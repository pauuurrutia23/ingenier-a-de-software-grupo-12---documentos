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comments/modernComment_122_75D0227C.xml" ContentType="application/vnd.ms-powerpoint.comments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comments/modernComment_105_6D4B73F9.xml" ContentType="application/vnd.ms-powerpoint.comments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4"/>
  </p:sldMasterIdLst>
  <p:notesMasterIdLst>
    <p:notesMasterId r:id="rId25"/>
  </p:notesMasterIdLst>
  <p:sldIdLst>
    <p:sldId id="314" r:id="rId5"/>
    <p:sldId id="289" r:id="rId6"/>
    <p:sldId id="288" r:id="rId7"/>
    <p:sldId id="291" r:id="rId8"/>
    <p:sldId id="311" r:id="rId9"/>
    <p:sldId id="290" r:id="rId10"/>
    <p:sldId id="292" r:id="rId11"/>
    <p:sldId id="302" r:id="rId12"/>
    <p:sldId id="303" r:id="rId13"/>
    <p:sldId id="304" r:id="rId14"/>
    <p:sldId id="305" r:id="rId15"/>
    <p:sldId id="299" r:id="rId16"/>
    <p:sldId id="309" r:id="rId17"/>
    <p:sldId id="300" r:id="rId18"/>
    <p:sldId id="297" r:id="rId19"/>
    <p:sldId id="312" r:id="rId20"/>
    <p:sldId id="313" r:id="rId21"/>
    <p:sldId id="298" r:id="rId22"/>
    <p:sldId id="308" r:id="rId23"/>
    <p:sldId id="261" r:id="rId24"/>
  </p:sldIdLst>
  <p:sldSz cx="9144000" cy="6858000" type="letter"/>
  <p:notesSz cx="6858000" cy="9144000"/>
  <p:defaultTextStyle>
    <a:defPPr>
      <a:defRPr lang="es-ES_tradnl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F295B7E3-2CAD-5F7F-5ED7-B5CD958F132C}" name="URRUTIA MOYA PAULINA A" initials="UA" userId="S::p.urrutiamoya@uandresbello.edu::f2001eb3-6d84-4a2f-a31b-acc56cca8a2f" providerId="AD"/>
</p188:authorLst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Manuel Valenzuela Concha" initials="MVC" lastIdx="1" clrIdx="0">
    <p:extLst>
      <p:ext uri="{19B8F6BF-5375-455C-9EA6-DF929625EA0E}">
        <p15:presenceInfo xmlns:p15="http://schemas.microsoft.com/office/powerpoint/2012/main" userId="S-1-5-21-993326457-1990213774-629508014-60950" providerId="AD"/>
      </p:ext>
    </p:extLst>
  </p:cmAuthor>
  <p:cmAuthor id="2" name="Manuel Valenzuela Concha" initials="MVC [2]" lastIdx="1" clrIdx="1">
    <p:extLst>
      <p:ext uri="{19B8F6BF-5375-455C-9EA6-DF929625EA0E}">
        <p15:presenceInfo xmlns:p15="http://schemas.microsoft.com/office/powerpoint/2012/main" userId="S::manuel.valenzuela@unab.cl::63540914-dbe4-4c70-a8f0-0e52a38a1df8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AD0E0E"/>
    <a:srgbClr val="E30000"/>
    <a:srgbClr val="FFAB8C"/>
    <a:srgbClr val="E9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C7C2B00F-7445-14AF-EBCA-369B555863CD}" v="465" dt="2026-04-27T20:34:54.823"/>
    <p1510:client id="{C90A63D0-D42E-AA9C-C9DF-F9DDF0EAD13E}" v="629" dt="2026-04-27T21:02:41.041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51" d="100"/>
          <a:sy n="151" d="100"/>
        </p:scale>
        <p:origin x="1212" y="1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commentAuthors" Target="commentAuthors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notesMaster" Target="notesMasters/notesMaster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microsoft.com/office/2018/10/relationships/authors" Target="author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viewProps" Target="viewProp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microsoft.com/office/2015/10/relationships/revisionInfo" Target="revisionInfo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comments/modernComment_105_6D4B73F9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FB49D4C7-38E4-4D96-A6D8-8F5855E93A88}" authorId="{F295B7E3-2CAD-5F7F-5ED7-B5CD958F132C}" created="2026-04-27T20:22:29.812">
    <ac:deMkLst xmlns:ac="http://schemas.microsoft.com/office/drawing/2013/main/command">
      <pc:docMk xmlns:pc="http://schemas.microsoft.com/office/powerpoint/2013/main/command"/>
      <pc:sldMk xmlns:pc="http://schemas.microsoft.com/office/powerpoint/2013/main/command" cId="1833661433" sldId="261"/>
      <ac:picMk id="3" creationId="{E394ACDD-B0B9-C524-6801-D42B31FF6BDF}"/>
    </ac:deMkLst>
    <p188:txBody>
      <a:bodyPr/>
      <a:lstStyle/>
      <a:p>
        <a:r>
          <a:rPr lang="en-US"/>
          <a:t>CAMBIO: Recuerdo que el profe dijo que la portada va al final, asi que la movi </a:t>
        </a:r>
      </a:p>
    </p188:txBody>
  </p188:cm>
</p188:cmLst>
</file>

<file path=ppt/comments/modernComment_122_75D0227C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131E274B-B7DA-45E9-8BF8-DDA1939854C7}" authorId="{F295B7E3-2CAD-5F7F-5ED7-B5CD958F132C}" created="2026-04-20T21:46:30.642">
    <ac:deMkLst xmlns:ac="http://schemas.microsoft.com/office/drawing/2013/main/command">
      <pc:docMk xmlns:pc="http://schemas.microsoft.com/office/powerpoint/2013/main/command"/>
      <pc:sldMk xmlns:pc="http://schemas.microsoft.com/office/powerpoint/2013/main/command" cId="1976574588" sldId="290"/>
      <ac:picMk id="4" creationId="{E6A49C91-4629-B329-336D-0597F3A8177C}"/>
    </ac:deMkLst>
    <p188:txBody>
      <a:bodyPr/>
      <a:lstStyle/>
      <a:p>
        <a:r>
          <a:rPr lang="en-US"/>
          <a:t>"Aca la idea es que vayan los actores, los cargos por así decirlo(todo esta en el doc 0 info general empresa)" Dejo el comentario, pegue el organigrama pq lo resume bien creo</a:t>
        </a:r>
      </a:p>
    </p188:txBody>
  </p188:cm>
</p188:cmLst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ES_tradnl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9347D60-E39B-E041-B6CE-3FDC1A8BB989}" type="datetimeFigureOut">
              <a:rPr lang="es-ES_tradnl" smtClean="0"/>
              <a:t>13/09/2026</a:t>
            </a:fld>
            <a:endParaRPr lang="es-ES_tradnl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ES_tradnl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_tradnl"/>
              <a:t>Haga clic para modificar el estilo de texto del patrón</a:t>
            </a:r>
          </a:p>
          <a:p>
            <a:pPr lvl="1"/>
            <a:r>
              <a:rPr lang="es-ES_tradnl"/>
              <a:t>Segundo nivel</a:t>
            </a:r>
          </a:p>
          <a:p>
            <a:pPr lvl="2"/>
            <a:r>
              <a:rPr lang="es-ES_tradnl"/>
              <a:t>Tercer nivel</a:t>
            </a:r>
          </a:p>
          <a:p>
            <a:pPr lvl="3"/>
            <a:r>
              <a:rPr lang="es-ES_tradnl"/>
              <a:t>Cuarto nivel</a:t>
            </a:r>
          </a:p>
          <a:p>
            <a:pPr lvl="4"/>
            <a:r>
              <a:rPr lang="es-ES_tradnl"/>
              <a:t>Quinto nivel</a:t>
            </a:r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ES_tradnl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0AD1966-643A-ED45-BFF9-B0FE18A32E2B}" type="slidenum">
              <a:rPr lang="es-ES_tradnl" smtClean="0"/>
              <a:t>‹#›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196330129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0AD1966-643A-ED45-BFF9-B0FE18A32E2B}" type="slidenum">
              <a:rPr kumimoji="0" lang="es-ES_tradnl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es-ES_tradnl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8633974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0AD1966-643A-ED45-BFF9-B0FE18A32E2B}" type="slidenum">
              <a:rPr kumimoji="0" lang="es-ES_tradnl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</a:t>
            </a:fld>
            <a:endParaRPr kumimoji="0" lang="es-ES_tradnl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8727320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0AD1966-643A-ED45-BFF9-B0FE18A32E2B}" type="slidenum">
              <a:rPr kumimoji="0" lang="es-ES_tradnl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s-ES_tradnl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48903401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F4506B7-AB86-D70A-FA78-73629F72EA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F992952C-4644-A75A-5C1A-02ED98833DD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A699CCFC-285A-436F-1693-FACD266C328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A04EFA0D-35C6-4A2B-8C70-128201B12B2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0AD1966-643A-ED45-BFF9-B0FE18A32E2B}" type="slidenum">
              <a:rPr kumimoji="0" lang="es-ES_tradnl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s-ES_tradnl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27305068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0AD1966-643A-ED45-BFF9-B0FE18A32E2B}" type="slidenum">
              <a:rPr kumimoji="0" lang="es-ES_tradnl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s-ES_tradnl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10688199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0AD1966-643A-ED45-BFF9-B0FE18A32E2B}" type="slidenum">
              <a:rPr kumimoji="0" lang="es-ES_tradnl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0" lang="es-ES_tradnl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9858595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5533CB1-F4DD-D60C-B0B2-B77C92AB94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2D77DAD1-ECC6-42A2-EB23-97F9775E2D4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4A19FED1-C577-5AD7-140A-3F4893D78DA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97459DAA-0F88-E1E6-A733-C018125A8AB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0AD1966-643A-ED45-BFF9-B0FE18A32E2B}" type="slidenum">
              <a:rPr kumimoji="0" lang="es-ES_tradnl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8</a:t>
            </a:fld>
            <a:endParaRPr kumimoji="0" lang="es-ES_tradnl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13244497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8452B0C-6719-B307-DAD7-542248EC03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8087F0DB-2643-0060-DEA5-EBF6EC65591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5B17ADBC-F285-0267-CE22-106EFF59684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F5463E63-DF97-6442-73A7-579A53C1A58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0AD1966-643A-ED45-BFF9-B0FE18A32E2B}" type="slidenum">
              <a:rPr kumimoji="0" lang="es-ES_tradnl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9</a:t>
            </a:fld>
            <a:endParaRPr kumimoji="0" lang="es-ES_tradnl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185767813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D1BBC56-AC3F-2D7C-0F96-303CF28D28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3C9ED6E8-A7BB-56F8-F23E-290EBDFAB12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14216A25-298D-A6DB-ABF4-5A0717E0351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596B4D05-8C2C-B776-D3D8-6E2A644C7CE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0AD1966-643A-ED45-BFF9-B0FE18A32E2B}" type="slidenum">
              <a:rPr kumimoji="0" lang="es-ES_tradnl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10</a:t>
            </a:fld>
            <a:endParaRPr kumimoji="0" lang="es-ES_tradnl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188920607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D00EFB6-102E-9422-91F9-7C819A4608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88551826-E451-EFD5-92B2-6402E62F4D4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38A5C0EA-92A3-B33D-F6B3-A0F31328916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BB53771F-387F-F6C3-44A4-F82C22E4BF5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0AD1966-643A-ED45-BFF9-B0FE18A32E2B}" type="slidenum">
              <a:rPr kumimoji="0" lang="es-ES_tradnl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11</a:t>
            </a:fld>
            <a:endParaRPr kumimoji="0" lang="es-ES_tradnl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128908647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D0B4DF2-7D42-228D-6DB6-065FBD7E4B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31084FA5-C00C-AFD9-11D3-87D2EA3F7BA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0D25C7C4-8202-7A89-7A2B-14DBC1B18F8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A1CF4386-7B5A-592A-0454-2EF41038DB0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0AD1966-643A-ED45-BFF9-B0FE18A32E2B}" type="slidenum">
              <a:rPr kumimoji="0" lang="es-ES_tradnl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12</a:t>
            </a:fld>
            <a:endParaRPr kumimoji="0" lang="es-ES_tradnl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238856053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E2CBBA0-FE7B-D99A-B511-45494BDBA5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8FD35194-5CD8-154A-2D0C-C71411DD352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7A4DA388-7CC3-D023-3A56-EB556E51A9C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5BAAC007-9ACF-57B0-D04C-30AEB9967F6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0AD1966-643A-ED45-BFF9-B0FE18A32E2B}" type="slidenum">
              <a:rPr kumimoji="0" lang="es-ES_tradnl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13</a:t>
            </a:fld>
            <a:endParaRPr kumimoji="0" lang="es-ES_tradnl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552174366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A4EDBCD-E5B4-28AA-7F19-7789EECE8D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59562CF1-AB35-CE72-E97C-8911AA95241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A5ABC70D-B6E6-A168-08CA-92E3D72A14A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EE40E476-079D-6FF4-235A-A4F546A9940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0AD1966-643A-ED45-BFF9-B0FE18A32E2B}" type="slidenum">
              <a:rPr kumimoji="0" lang="es-ES_tradnl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14</a:t>
            </a:fld>
            <a:endParaRPr kumimoji="0" lang="es-ES_tradnl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485692878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BB7E8E5-EF2D-8DE6-0892-50B832D6DB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3B6D6DF4-6C76-E900-8D84-4EDAC6D5363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8749BEC8-DCD3-9BCB-C52B-E1F33BFD270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60151C07-8DF3-1249-8E8E-CC698F8D9B2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0AD1966-643A-ED45-BFF9-B0FE18A32E2B}" type="slidenum">
              <a:rPr kumimoji="0" lang="es-ES_tradnl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15</a:t>
            </a:fld>
            <a:endParaRPr kumimoji="0" lang="es-ES_tradnl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9612068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4076A4D-8CD9-E04F-1BAA-A9C159A45F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1CE8227E-157A-7997-D344-C66C099A168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6F99B0E5-8C8A-89D5-BDEF-CDBAEB71E2A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8E970211-507D-370B-761C-EE100B5BE14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0AD1966-643A-ED45-BFF9-B0FE18A32E2B}" type="slidenum">
              <a:rPr kumimoji="0" lang="es-ES_tradnl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16</a:t>
            </a:fld>
            <a:endParaRPr kumimoji="0" lang="es-ES_tradnl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393298076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9E0B238-9A3A-D200-E419-CA62DE942C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081AB112-E9CE-7167-6960-F5896B0EE64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3AC89206-874F-CD6D-847E-871F4AF0446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D375ED8C-8C8A-4C24-CB91-FE5DC3A7E22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0AD1966-643A-ED45-BFF9-B0FE18A32E2B}" type="slidenum">
              <a:rPr kumimoji="0" lang="es-ES_tradnl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17</a:t>
            </a:fld>
            <a:endParaRPr kumimoji="0" lang="es-ES_tradnl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49939653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C2359B1-37EC-9C8B-B02B-E7F21A61C8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6B530A4A-3C0E-31D5-D796-30DCFA9FD74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C2BEEC98-4025-AE23-8A2D-9609CEB3EB0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00C326A9-204F-D4E2-D31D-B9E7A7E996B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0AD1966-643A-ED45-BFF9-B0FE18A32E2B}" type="slidenum">
              <a:rPr kumimoji="0" lang="es-ES_tradnl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18</a:t>
            </a:fld>
            <a:endParaRPr kumimoji="0" lang="es-ES_tradnl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634343089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9B9DF18-F1CD-D07A-3781-6A7C8C3C10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FEC6A54C-DE18-08C3-E9E6-00823BF686D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3B102C42-6A9E-F348-5D6F-40D1FAD9440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819767D4-267F-0D13-48EF-134F274B3E0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0AD1966-643A-ED45-BFF9-B0FE18A32E2B}" type="slidenum">
              <a:rPr kumimoji="0" lang="es-ES_tradnl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19</a:t>
            </a:fld>
            <a:endParaRPr kumimoji="0" lang="es-ES_tradnl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00974392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_tradnl"/>
              <a:t>Clic para editar título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_tradnl"/>
              <a:t>Haga clic para modificar el estilo de subtítulo del patrón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D36221-589F-2846-B89B-D09559D774BF}" type="datetimeFigureOut">
              <a:rPr lang="es-ES_tradnl" smtClean="0"/>
              <a:t>13/09/2026</a:t>
            </a:fld>
            <a:endParaRPr lang="es-ES_tradn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52F6F5-E16D-F340-A90C-ABCF032D59B6}" type="slidenum">
              <a:rPr lang="es-ES_tradnl" smtClean="0"/>
              <a:t>‹#›</a:t>
            </a:fld>
            <a:endParaRPr lang="es-ES_tradnl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/>
              <a:t>Clic para editar título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_tradnl"/>
              <a:t>Haga clic para modificar el estilo de texto del patrón</a:t>
            </a:r>
          </a:p>
          <a:p>
            <a:pPr lvl="1"/>
            <a:r>
              <a:rPr lang="es-ES_tradnl"/>
              <a:t>Segundo nivel</a:t>
            </a:r>
          </a:p>
          <a:p>
            <a:pPr lvl="2"/>
            <a:r>
              <a:rPr lang="es-ES_tradnl"/>
              <a:t>Tercer nivel</a:t>
            </a:r>
          </a:p>
          <a:p>
            <a:pPr lvl="3"/>
            <a:r>
              <a:rPr lang="es-ES_tradnl"/>
              <a:t>Cuarto nivel</a:t>
            </a:r>
          </a:p>
          <a:p>
            <a:pPr lvl="4"/>
            <a:r>
              <a:rPr lang="es-ES_tradnl"/>
              <a:t>Quinto nivel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D36221-589F-2846-B89B-D09559D774BF}" type="datetimeFigureOut">
              <a:rPr lang="es-ES_tradnl" smtClean="0"/>
              <a:t>13/09/2026</a:t>
            </a:fld>
            <a:endParaRPr lang="es-ES_tradn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52F6F5-E16D-F340-A90C-ABCF032D59B6}" type="slidenum">
              <a:rPr lang="es-ES_tradnl" smtClean="0"/>
              <a:t>‹#›</a:t>
            </a:fld>
            <a:endParaRPr lang="es-ES_tradnl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_tradnl"/>
              <a:t>Clic para editar título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_tradnl"/>
              <a:t>Haga clic para modificar el estilo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D36221-589F-2846-B89B-D09559D774BF}" type="datetimeFigureOut">
              <a:rPr lang="es-ES_tradnl" smtClean="0"/>
              <a:t>13/09/2026</a:t>
            </a:fld>
            <a:endParaRPr lang="es-ES_tradn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52F6F5-E16D-F340-A90C-ABCF032D59B6}" type="slidenum">
              <a:rPr lang="es-ES_tradnl" smtClean="0"/>
              <a:t>‹#›</a:t>
            </a:fld>
            <a:endParaRPr lang="es-ES_tradnl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/>
              <a:t>Clic para editar título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es-ES_tradnl"/>
              <a:t>Haga clic para modificar el estilo de texto del patrón</a:t>
            </a:r>
          </a:p>
          <a:p>
            <a:pPr lvl="1"/>
            <a:r>
              <a:rPr lang="es-ES_tradnl"/>
              <a:t>Segundo nivel</a:t>
            </a:r>
          </a:p>
          <a:p>
            <a:pPr lvl="2"/>
            <a:r>
              <a:rPr lang="es-ES_tradnl"/>
              <a:t>Tercer nivel</a:t>
            </a:r>
          </a:p>
          <a:p>
            <a:pPr lvl="3"/>
            <a:r>
              <a:rPr lang="es-ES_tradnl"/>
              <a:t>Cuarto nivel</a:t>
            </a:r>
          </a:p>
          <a:p>
            <a:pPr lvl="4"/>
            <a:r>
              <a:rPr lang="es-ES_tradnl"/>
              <a:t>Quinto nivel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es-ES_tradnl"/>
              <a:t>Haga clic para modificar el estilo de texto del patrón</a:t>
            </a:r>
          </a:p>
          <a:p>
            <a:pPr lvl="1"/>
            <a:r>
              <a:rPr lang="es-ES_tradnl"/>
              <a:t>Segundo nivel</a:t>
            </a:r>
          </a:p>
          <a:p>
            <a:pPr lvl="2"/>
            <a:r>
              <a:rPr lang="es-ES_tradnl"/>
              <a:t>Tercer nivel</a:t>
            </a:r>
          </a:p>
          <a:p>
            <a:pPr lvl="3"/>
            <a:r>
              <a:rPr lang="es-ES_tradnl"/>
              <a:t>Cuarto nivel</a:t>
            </a:r>
          </a:p>
          <a:p>
            <a:pPr lvl="4"/>
            <a:r>
              <a:rPr lang="es-ES_tradnl"/>
              <a:t>Quinto nivel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D36221-589F-2846-B89B-D09559D774BF}" type="datetimeFigureOut">
              <a:rPr lang="es-ES_tradnl" smtClean="0"/>
              <a:t>13/09/2026</a:t>
            </a:fld>
            <a:endParaRPr lang="es-ES_tradn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52F6F5-E16D-F340-A90C-ABCF032D59B6}" type="slidenum">
              <a:rPr lang="es-ES_tradnl" smtClean="0"/>
              <a:t>‹#›</a:t>
            </a:fld>
            <a:endParaRPr lang="es-ES_tradnl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es-ES_tradnl"/>
              <a:t>Clic para editar título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_tradnl"/>
              <a:t>Haga clic para modificar el estilo de texto del patrón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es-ES_tradnl"/>
              <a:t>Haga clic para modificar el estilo de texto del patrón</a:t>
            </a:r>
          </a:p>
          <a:p>
            <a:pPr lvl="1"/>
            <a:r>
              <a:rPr lang="es-ES_tradnl"/>
              <a:t>Segundo nivel</a:t>
            </a:r>
          </a:p>
          <a:p>
            <a:pPr lvl="2"/>
            <a:r>
              <a:rPr lang="es-ES_tradnl"/>
              <a:t>Tercer nivel</a:t>
            </a:r>
          </a:p>
          <a:p>
            <a:pPr lvl="3"/>
            <a:r>
              <a:rPr lang="es-ES_tradnl"/>
              <a:t>Cuarto nivel</a:t>
            </a:r>
          </a:p>
          <a:p>
            <a:pPr lvl="4"/>
            <a:r>
              <a:rPr lang="es-ES_tradnl"/>
              <a:t>Quinto nivel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_tradnl"/>
              <a:t>Haga clic para modificar el estilo de texto del patrón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es-ES_tradnl"/>
              <a:t>Haga clic para modificar el estilo de texto del patrón</a:t>
            </a:r>
          </a:p>
          <a:p>
            <a:pPr lvl="1"/>
            <a:r>
              <a:rPr lang="es-ES_tradnl"/>
              <a:t>Segundo nivel</a:t>
            </a:r>
          </a:p>
          <a:p>
            <a:pPr lvl="2"/>
            <a:r>
              <a:rPr lang="es-ES_tradnl"/>
              <a:t>Tercer nivel</a:t>
            </a:r>
          </a:p>
          <a:p>
            <a:pPr lvl="3"/>
            <a:r>
              <a:rPr lang="es-ES_tradnl"/>
              <a:t>Cuarto nivel</a:t>
            </a:r>
          </a:p>
          <a:p>
            <a:pPr lvl="4"/>
            <a:r>
              <a:rPr lang="es-ES_tradnl"/>
              <a:t>Quinto nivel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D36221-589F-2846-B89B-D09559D774BF}" type="datetimeFigureOut">
              <a:rPr lang="es-ES_tradnl" smtClean="0"/>
              <a:t>13/09/2026</a:t>
            </a:fld>
            <a:endParaRPr lang="es-ES_tradnl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52F6F5-E16D-F340-A90C-ABCF032D59B6}" type="slidenum">
              <a:rPr lang="es-ES_tradnl" smtClean="0"/>
              <a:t>‹#›</a:t>
            </a:fld>
            <a:endParaRPr lang="es-ES_tradnl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/>
              <a:t>Clic para editar título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D36221-589F-2846-B89B-D09559D774BF}" type="datetimeFigureOut">
              <a:rPr lang="es-ES_tradnl" smtClean="0"/>
              <a:t>13/09/2026</a:t>
            </a:fld>
            <a:endParaRPr lang="es-ES_tradnl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52F6F5-E16D-F340-A90C-ABCF032D59B6}" type="slidenum">
              <a:rPr lang="es-ES_tradnl" smtClean="0"/>
              <a:t>‹#›</a:t>
            </a:fld>
            <a:endParaRPr lang="es-ES_tradnl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D36221-589F-2846-B89B-D09559D774BF}" type="datetimeFigureOut">
              <a:rPr lang="es-ES_tradnl" smtClean="0"/>
              <a:t>13/09/2026</a:t>
            </a:fld>
            <a:endParaRPr lang="es-ES_tradnl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52F6F5-E16D-F340-A90C-ABCF032D59B6}" type="slidenum">
              <a:rPr lang="es-ES_tradnl" smtClean="0"/>
              <a:t>‹#›</a:t>
            </a:fld>
            <a:endParaRPr lang="es-ES_tradnl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_tradnl"/>
              <a:t>Clic para editar título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_tradnl"/>
              <a:t>Haga clic para modificar el estilo de texto del patrón</a:t>
            </a:r>
          </a:p>
          <a:p>
            <a:pPr lvl="1"/>
            <a:r>
              <a:rPr lang="es-ES_tradnl"/>
              <a:t>Segundo nivel</a:t>
            </a:r>
          </a:p>
          <a:p>
            <a:pPr lvl="2"/>
            <a:r>
              <a:rPr lang="es-ES_tradnl"/>
              <a:t>Tercer nivel</a:t>
            </a:r>
          </a:p>
          <a:p>
            <a:pPr lvl="3"/>
            <a:r>
              <a:rPr lang="es-ES_tradnl"/>
              <a:t>Cuarto nivel</a:t>
            </a:r>
          </a:p>
          <a:p>
            <a:pPr lvl="4"/>
            <a:r>
              <a:rPr lang="es-ES_tradnl"/>
              <a:t>Quinto nivel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_tradnl"/>
              <a:t>Haga clic para modificar el estilo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D36221-589F-2846-B89B-D09559D774BF}" type="datetimeFigureOut">
              <a:rPr lang="es-ES_tradnl" smtClean="0"/>
              <a:t>13/09/2026</a:t>
            </a:fld>
            <a:endParaRPr lang="es-ES_tradn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52F6F5-E16D-F340-A90C-ABCF032D59B6}" type="slidenum">
              <a:rPr lang="es-ES_tradnl" smtClean="0"/>
              <a:t>‹#›</a:t>
            </a:fld>
            <a:endParaRPr lang="es-ES_tradnl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_tradnl"/>
              <a:t>Clic para editar título</a:t>
            </a:r>
            <a:endParaRPr lang="en-US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s-ES_tradnl"/>
              <a:t>Arrastre la imagen al marcador de posición o haga clic en el icono para agregarla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_tradnl"/>
              <a:t>Haga clic para modificar el estilo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D36221-589F-2846-B89B-D09559D774BF}" type="datetimeFigureOut">
              <a:rPr lang="es-ES_tradnl" smtClean="0"/>
              <a:t>13/09/2026</a:t>
            </a:fld>
            <a:endParaRPr lang="es-ES_tradn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52F6F5-E16D-F340-A90C-ABCF032D59B6}" type="slidenum">
              <a:rPr lang="es-ES_tradnl" smtClean="0"/>
              <a:t>‹#›</a:t>
            </a:fld>
            <a:endParaRPr lang="es-ES_tradnl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/>
              <a:t>Clic para editar título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_tradnl"/>
              <a:t>Haga clic para modificar el estilo de texto del patrón</a:t>
            </a:r>
          </a:p>
          <a:p>
            <a:pPr lvl="1"/>
            <a:r>
              <a:rPr lang="es-ES_tradnl"/>
              <a:t>Segundo nivel</a:t>
            </a:r>
          </a:p>
          <a:p>
            <a:pPr lvl="2"/>
            <a:r>
              <a:rPr lang="es-ES_tradnl"/>
              <a:t>Tercer nivel</a:t>
            </a:r>
          </a:p>
          <a:p>
            <a:pPr lvl="3"/>
            <a:r>
              <a:rPr lang="es-ES_tradnl"/>
              <a:t>Cuarto nivel</a:t>
            </a:r>
          </a:p>
          <a:p>
            <a:pPr lvl="4"/>
            <a:r>
              <a:rPr lang="es-ES_tradnl"/>
              <a:t>Quinto nivel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D36221-589F-2846-B89B-D09559D774BF}" type="datetimeFigureOut">
              <a:rPr lang="es-ES_tradnl" smtClean="0"/>
              <a:t>13/09/2026</a:t>
            </a:fld>
            <a:endParaRPr lang="es-ES_tradn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52F6F5-E16D-F340-A90C-ABCF032D59B6}" type="slidenum">
              <a:rPr lang="es-ES_tradnl" smtClean="0"/>
              <a:t>‹#›</a:t>
            </a:fld>
            <a:endParaRPr lang="es-ES_tradnl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es-ES_tradnl"/>
              <a:t>Clic para editar título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es-ES_tradnl"/>
              <a:t>Haga clic para modificar el estilo de texto del patrón</a:t>
            </a:r>
          </a:p>
          <a:p>
            <a:pPr lvl="1"/>
            <a:r>
              <a:rPr lang="es-ES_tradnl"/>
              <a:t>Segundo nivel</a:t>
            </a:r>
          </a:p>
          <a:p>
            <a:pPr lvl="2"/>
            <a:r>
              <a:rPr lang="es-ES_tradnl"/>
              <a:t>Tercer nivel</a:t>
            </a:r>
          </a:p>
          <a:p>
            <a:pPr lvl="3"/>
            <a:r>
              <a:rPr lang="es-ES_tradnl"/>
              <a:t>Cuarto nivel</a:t>
            </a:r>
          </a:p>
          <a:p>
            <a:pPr lvl="4"/>
            <a:r>
              <a:rPr lang="es-ES_tradnl"/>
              <a:t>Quinto nivel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D36221-589F-2846-B89B-D09559D774BF}" type="datetimeFigureOut">
              <a:rPr lang="es-ES_tradnl" smtClean="0"/>
              <a:t>13/09/2026</a:t>
            </a:fld>
            <a:endParaRPr lang="es-ES_tradn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52F6F5-E16D-F340-A90C-ABCF032D59B6}" type="slidenum">
              <a:rPr lang="es-ES_tradnl" smtClean="0"/>
              <a:t>‹#›</a:t>
            </a:fld>
            <a:endParaRPr lang="es-ES_tradnl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_tradnl"/>
              <a:t>Clic para editar título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_tradnl"/>
              <a:t>Haga clic para modificar el estilo de texto del patrón</a:t>
            </a:r>
          </a:p>
          <a:p>
            <a:pPr lvl="1"/>
            <a:r>
              <a:rPr lang="es-ES_tradnl"/>
              <a:t>Segundo nivel</a:t>
            </a:r>
          </a:p>
          <a:p>
            <a:pPr lvl="2"/>
            <a:r>
              <a:rPr lang="es-ES_tradnl"/>
              <a:t>Tercer nivel</a:t>
            </a:r>
          </a:p>
          <a:p>
            <a:pPr lvl="3"/>
            <a:r>
              <a:rPr lang="es-ES_tradnl"/>
              <a:t>Cuarto nivel</a:t>
            </a:r>
          </a:p>
          <a:p>
            <a:pPr lvl="4"/>
            <a:r>
              <a:rPr lang="es-ES_tradnl"/>
              <a:t>Quinto nivel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FD36221-589F-2846-B89B-D09559D774BF}" type="datetimeFigureOut">
              <a:rPr lang="es-ES_tradnl" smtClean="0"/>
              <a:t>13/09/2026</a:t>
            </a:fld>
            <a:endParaRPr lang="es-ES_tradn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ES_tradn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352F6F5-E16D-F340-A90C-ABCF032D59B6}" type="slidenum">
              <a:rPr lang="es-ES_tradnl" smtClean="0"/>
              <a:t>‹#›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103442939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image" Target="../media/image2.jpeg"/><Relationship Id="rId7" Type="http://schemas.openxmlformats.org/officeDocument/2006/relationships/image" Target="../media/image8.sv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svg"/><Relationship Id="rId5" Type="http://schemas.openxmlformats.org/officeDocument/2006/relationships/image" Target="../media/image6.svg"/><Relationship Id="rId4" Type="http://schemas.openxmlformats.org/officeDocument/2006/relationships/image" Target="../media/image5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0.png"/><Relationship Id="rId4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microsoft.com/office/2007/relationships/hdphoto" Target="../media/hdphoto1.wdp"/><Relationship Id="rId5" Type="http://schemas.openxmlformats.org/officeDocument/2006/relationships/image" Target="../media/image11.png"/><Relationship Id="rId4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3" Type="http://schemas.microsoft.com/office/2018/10/relationships/comments" Target="../comments/modernComment_122_75D0227C.xm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2.png"/><Relationship Id="rId5" Type="http://schemas.openxmlformats.org/officeDocument/2006/relationships/image" Target="../media/image5.png"/><Relationship Id="rId4" Type="http://schemas.openxmlformats.org/officeDocument/2006/relationships/image" Target="../media/image2.jpe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3.png"/><Relationship Id="rId4" Type="http://schemas.openxmlformats.org/officeDocument/2006/relationships/image" Target="../media/image5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4.png"/><Relationship Id="rId4" Type="http://schemas.openxmlformats.org/officeDocument/2006/relationships/image" Target="../media/image5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5.png"/><Relationship Id="rId4" Type="http://schemas.openxmlformats.org/officeDocument/2006/relationships/image" Target="../media/image5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6.png"/><Relationship Id="rId4" Type="http://schemas.openxmlformats.org/officeDocument/2006/relationships/image" Target="../media/image5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7.png"/><Relationship Id="rId4" Type="http://schemas.openxmlformats.org/officeDocument/2006/relationships/image" Target="../media/image5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8.png"/><Relationship Id="rId4" Type="http://schemas.openxmlformats.org/officeDocument/2006/relationships/image" Target="../media/image5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9.png"/><Relationship Id="rId4" Type="http://schemas.openxmlformats.org/officeDocument/2006/relationships/image" Target="../media/image5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0.png"/><Relationship Id="rId4" Type="http://schemas.openxmlformats.org/officeDocument/2006/relationships/image" Target="../media/image5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1.png"/><Relationship Id="rId4" Type="http://schemas.openxmlformats.org/officeDocument/2006/relationships/image" Target="../media/image5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2.png"/><Relationship Id="rId4" Type="http://schemas.openxmlformats.org/officeDocument/2006/relationships/image" Target="../media/image5.png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image" Target="../media/image26.png"/><Relationship Id="rId3" Type="http://schemas.openxmlformats.org/officeDocument/2006/relationships/image" Target="../media/image2.jpeg"/><Relationship Id="rId7" Type="http://schemas.openxmlformats.org/officeDocument/2006/relationships/image" Target="../media/image25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4.png"/><Relationship Id="rId5" Type="http://schemas.openxmlformats.org/officeDocument/2006/relationships/image" Target="../media/image23.png"/><Relationship Id="rId4" Type="http://schemas.openxmlformats.org/officeDocument/2006/relationships/image" Target="../media/image5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microsoft.com/office/2018/10/relationships/comments" Target="../comments/modernComment_105_6D4B73F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" name="Conector recto 5"/>
          <p:cNvCxnSpPr/>
          <p:nvPr/>
        </p:nvCxnSpPr>
        <p:spPr>
          <a:xfrm>
            <a:off x="492141" y="3591697"/>
            <a:ext cx="7778648" cy="0"/>
          </a:xfrm>
          <a:prstGeom prst="line">
            <a:avLst/>
          </a:prstGeom>
          <a:ln w="2857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Conector recto 7"/>
          <p:cNvCxnSpPr/>
          <p:nvPr/>
        </p:nvCxnSpPr>
        <p:spPr>
          <a:xfrm flipH="1">
            <a:off x="2186081" y="2158313"/>
            <a:ext cx="1" cy="1273156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CuadroTexto 10"/>
          <p:cNvSpPr txBox="1"/>
          <p:nvPr/>
        </p:nvSpPr>
        <p:spPr>
          <a:xfrm>
            <a:off x="1764149" y="2468723"/>
            <a:ext cx="628752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_tradnl" sz="3600" b="1" u="sng" dirty="0">
                <a:solidFill>
                  <a:schemeClr val="bg1"/>
                </a:solidFill>
                <a:ea typeface="Gungsuh" charset="-127"/>
                <a:cs typeface="Gungsuh" charset="-127"/>
              </a:rPr>
              <a:t>Documento 0: Ingecon </a:t>
            </a:r>
          </a:p>
        </p:txBody>
      </p:sp>
      <p:sp>
        <p:nvSpPr>
          <p:cNvPr id="14" name="CuadroTexto 13"/>
          <p:cNvSpPr txBox="1"/>
          <p:nvPr/>
        </p:nvSpPr>
        <p:spPr>
          <a:xfrm>
            <a:off x="446573" y="3436308"/>
            <a:ext cx="3797713" cy="2246769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endParaRPr lang="es-ES_tradnl" sz="1600" dirty="0">
              <a:solidFill>
                <a:schemeClr val="bg1"/>
              </a:solidFill>
              <a:ea typeface="Calibri" panose="020F0502020204030204"/>
              <a:cs typeface="Calibri" panose="020F0502020204030204"/>
            </a:endParaRPr>
          </a:p>
          <a:p>
            <a:r>
              <a:rPr lang="es-ES_tradnl" dirty="0">
                <a:solidFill>
                  <a:schemeClr val="bg1"/>
                </a:solidFill>
              </a:rPr>
              <a:t>Diego Carabajal Belmar</a:t>
            </a:r>
            <a:endParaRPr lang="es-ES_tradnl" dirty="0">
              <a:solidFill>
                <a:schemeClr val="bg1"/>
              </a:solidFill>
              <a:ea typeface="Calibri"/>
              <a:cs typeface="Calibri"/>
            </a:endParaRPr>
          </a:p>
          <a:p>
            <a:r>
              <a:rPr lang="es-ES_tradnl" dirty="0">
                <a:solidFill>
                  <a:schemeClr val="bg1"/>
                </a:solidFill>
              </a:rPr>
              <a:t>Tomás Hurtado Silva</a:t>
            </a:r>
            <a:endParaRPr lang="es-ES_tradnl" dirty="0">
              <a:solidFill>
                <a:schemeClr val="bg1"/>
              </a:solidFill>
              <a:ea typeface="Calibri" panose="020F0502020204030204"/>
              <a:cs typeface="Calibri" panose="020F0502020204030204"/>
            </a:endParaRPr>
          </a:p>
          <a:p>
            <a:r>
              <a:rPr lang="es-ES_tradnl" dirty="0">
                <a:solidFill>
                  <a:schemeClr val="bg1"/>
                </a:solidFill>
              </a:rPr>
              <a:t>Vicente Ortega Nobizelli</a:t>
            </a:r>
            <a:endParaRPr lang="es-ES_tradnl" dirty="0">
              <a:solidFill>
                <a:schemeClr val="bg1"/>
              </a:solidFill>
              <a:ea typeface="Calibri" panose="020F0502020204030204"/>
              <a:cs typeface="Calibri" panose="020F0502020204030204"/>
            </a:endParaRPr>
          </a:p>
          <a:p>
            <a:r>
              <a:rPr lang="es-ES_tradnl" dirty="0">
                <a:solidFill>
                  <a:schemeClr val="bg1"/>
                </a:solidFill>
              </a:rPr>
              <a:t>Benjamín Parraguez Aguirre</a:t>
            </a:r>
            <a:endParaRPr lang="es-ES_tradnl" dirty="0">
              <a:solidFill>
                <a:schemeClr val="bg1"/>
              </a:solidFill>
              <a:ea typeface="Calibri" panose="020F0502020204030204"/>
              <a:cs typeface="Calibri" panose="020F0502020204030204"/>
            </a:endParaRPr>
          </a:p>
          <a:p>
            <a:r>
              <a:rPr lang="es-ES_tradnl" dirty="0">
                <a:solidFill>
                  <a:schemeClr val="bg1"/>
                </a:solidFill>
              </a:rPr>
              <a:t>Diego Sepúlveda Solar</a:t>
            </a:r>
            <a:endParaRPr lang="es-ES_tradnl" dirty="0">
              <a:solidFill>
                <a:schemeClr val="bg1"/>
              </a:solidFill>
              <a:ea typeface="Calibri" panose="020F0502020204030204"/>
              <a:cs typeface="Calibri" panose="020F0502020204030204"/>
            </a:endParaRPr>
          </a:p>
          <a:p>
            <a:r>
              <a:rPr lang="es-ES_tradnl" dirty="0">
                <a:solidFill>
                  <a:schemeClr val="bg1"/>
                </a:solidFill>
              </a:rPr>
              <a:t>Paulina Urrutia Moya</a:t>
            </a:r>
            <a:endParaRPr lang="es-ES_tradnl" dirty="0">
              <a:solidFill>
                <a:schemeClr val="bg1"/>
              </a:solidFill>
              <a:ea typeface="Calibri" panose="020F0502020204030204"/>
              <a:cs typeface="Calibri" panose="020F0502020204030204"/>
            </a:endParaRPr>
          </a:p>
          <a:p>
            <a:pPr algn="ctr"/>
            <a:endParaRPr lang="es-ES_tradnl" sz="1600" dirty="0">
              <a:solidFill>
                <a:schemeClr val="bg1"/>
              </a:solidFill>
              <a:ea typeface="Calibri"/>
              <a:cs typeface="Calibri"/>
            </a:endParaRPr>
          </a:p>
        </p:txBody>
      </p:sp>
      <p:pic>
        <p:nvPicPr>
          <p:cNvPr id="15" name="Imagen 14"/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5505" b="24764"/>
          <a:stretch/>
        </p:blipFill>
        <p:spPr>
          <a:xfrm>
            <a:off x="0" y="0"/>
            <a:ext cx="9158013" cy="1435697"/>
          </a:xfrm>
          <a:prstGeom prst="rect">
            <a:avLst/>
          </a:prstGeom>
        </p:spPr>
      </p:pic>
      <p:pic>
        <p:nvPicPr>
          <p:cNvPr id="16" name="Imagen 15"/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153" t="46510" r="153" b="5990"/>
          <a:stretch/>
        </p:blipFill>
        <p:spPr>
          <a:xfrm>
            <a:off x="364" y="5486719"/>
            <a:ext cx="9172026" cy="1371281"/>
          </a:xfrm>
          <a:prstGeom prst="rect">
            <a:avLst/>
          </a:prstGeom>
        </p:spPr>
      </p:pic>
      <p:sp>
        <p:nvSpPr>
          <p:cNvPr id="17" name="CuadroTexto 16"/>
          <p:cNvSpPr txBox="1"/>
          <p:nvPr/>
        </p:nvSpPr>
        <p:spPr>
          <a:xfrm>
            <a:off x="492141" y="5858386"/>
            <a:ext cx="2912529" cy="307777"/>
          </a:xfrm>
          <a:prstGeom prst="rect">
            <a:avLst/>
          </a:prstGeom>
          <a:noFill/>
        </p:spPr>
        <p:txBody>
          <a:bodyPr wrap="none" lIns="91440" tIns="45720" rIns="91440" bIns="45720" rtlCol="0" anchor="t">
            <a:spAutoFit/>
          </a:bodyPr>
          <a:lstStyle/>
          <a:p>
            <a:r>
              <a:rPr lang="es-ES_tradnl" sz="1400" b="1" dirty="0">
                <a:solidFill>
                  <a:schemeClr val="bg1"/>
                </a:solidFill>
                <a:ea typeface="Gungsuh"/>
                <a:cs typeface="Gungsuh" charset="-127"/>
              </a:rPr>
              <a:t>FECHA DE  ENTREGA: 28– 04  - 2026</a:t>
            </a:r>
            <a:endParaRPr lang="es-ES_tradnl" sz="1400" b="1" dirty="0">
              <a:solidFill>
                <a:schemeClr val="bg1"/>
              </a:solidFill>
              <a:ea typeface="Gungsuh" charset="-127"/>
              <a:cs typeface="Gungsuh" charset="-127"/>
            </a:endParaRPr>
          </a:p>
        </p:txBody>
      </p:sp>
      <p:pic>
        <p:nvPicPr>
          <p:cNvPr id="18" name="Imagen 17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6349" y="2158313"/>
            <a:ext cx="1279083" cy="1189591"/>
          </a:xfrm>
          <a:prstGeom prst="rect">
            <a:avLst/>
          </a:prstGeom>
        </p:spPr>
      </p:pic>
      <p:sp>
        <p:nvSpPr>
          <p:cNvPr id="2" name="CuadroTexto 1"/>
          <p:cNvSpPr txBox="1"/>
          <p:nvPr/>
        </p:nvSpPr>
        <p:spPr>
          <a:xfrm>
            <a:off x="346841" y="1818290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s-ES_tradnl" dirty="0"/>
          </a:p>
        </p:txBody>
      </p:sp>
      <p:pic>
        <p:nvPicPr>
          <p:cNvPr id="3" name="Picture 2" descr="A logo of a building&#10;&#10;AI-generated content may be incorrect.">
            <a:extLst>
              <a:ext uri="{FF2B5EF4-FFF2-40B4-BE49-F238E27FC236}">
                <a16:creationId xmlns:a16="http://schemas.microsoft.com/office/drawing/2014/main" id="{E394ACDD-B0B9-C524-6801-D42B31FF6BD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493069" y="1027623"/>
            <a:ext cx="2819220" cy="13521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7390046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agen 6"/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153" t="20538" r="153" b="51651"/>
          <a:stretch/>
        </p:blipFill>
        <p:spPr>
          <a:xfrm>
            <a:off x="-14013" y="1"/>
            <a:ext cx="9172026" cy="802886"/>
          </a:xfrm>
          <a:prstGeom prst="rect">
            <a:avLst/>
          </a:prstGeom>
        </p:spPr>
      </p:pic>
      <p:pic>
        <p:nvPicPr>
          <p:cNvPr id="2" name="Imagen 1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16024" y="89553"/>
            <a:ext cx="719254" cy="600029"/>
          </a:xfrm>
          <a:prstGeom prst="rect">
            <a:avLst/>
          </a:prstGeom>
        </p:spPr>
      </p:pic>
      <p:sp>
        <p:nvSpPr>
          <p:cNvPr id="17" name="CuadroTexto 16"/>
          <p:cNvSpPr txBox="1"/>
          <p:nvPr/>
        </p:nvSpPr>
        <p:spPr>
          <a:xfrm>
            <a:off x="108721" y="89553"/>
            <a:ext cx="780435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ES_tradnl" sz="24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Helvetica" pitchFamily="2" charset="0"/>
                <a:ea typeface="Gungsuh" charset="-127"/>
                <a:cs typeface="Gungsuh" charset="-127"/>
              </a:rPr>
              <a:t>Sobre Ingecon </a:t>
            </a:r>
            <a:endParaRPr kumimoji="0" lang="es-ES_tradnl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Helvetica" pitchFamily="2" charset="0"/>
              <a:ea typeface="Gungsuh" charset="-127"/>
              <a:cs typeface="Gungsuh" charset="-127"/>
            </a:endParaRPr>
          </a:p>
        </p:txBody>
      </p:sp>
      <p:sp>
        <p:nvSpPr>
          <p:cNvPr id="3" name="Elipse 2">
            <a:extLst>
              <a:ext uri="{FF2B5EF4-FFF2-40B4-BE49-F238E27FC236}">
                <a16:creationId xmlns:a16="http://schemas.microsoft.com/office/drawing/2014/main" id="{1A7D4975-C0FA-F136-B732-3D01CF850D1C}"/>
              </a:ext>
            </a:extLst>
          </p:cNvPr>
          <p:cNvSpPr/>
          <p:nvPr/>
        </p:nvSpPr>
        <p:spPr>
          <a:xfrm>
            <a:off x="980079" y="4168395"/>
            <a:ext cx="1075482" cy="1075482"/>
          </a:xfrm>
          <a:prstGeom prst="ellipse">
            <a:avLst/>
          </a:prstGeom>
          <a:solidFill>
            <a:schemeClr val="accent1"/>
          </a:solidFill>
        </p:spPr>
        <p:style>
          <a:lnRef idx="0">
            <a:schemeClr val="lt1">
              <a:alpha val="0"/>
              <a:hueOff val="0"/>
              <a:satOff val="0"/>
              <a:lumOff val="0"/>
              <a:alphaOff val="0"/>
            </a:schemeClr>
          </a:lnRef>
          <a:fillRef idx="1">
            <a:schemeClr val="accent2">
              <a:hueOff val="0"/>
              <a:satOff val="0"/>
              <a:lumOff val="0"/>
              <a:alphaOff val="0"/>
            </a:schemeClr>
          </a:fillRef>
          <a:effectRef idx="0">
            <a:schemeClr val="accent2">
              <a:hueOff val="0"/>
              <a:satOff val="0"/>
              <a:lumOff val="0"/>
              <a:alphaOff val="0"/>
            </a:schemeClr>
          </a:effectRef>
          <a:fontRef idx="minor"/>
        </p:style>
        <p:txBody>
          <a:bodyPr/>
          <a:lstStyle/>
          <a:p>
            <a:endParaRPr lang="es-CL" dirty="0"/>
          </a:p>
        </p:txBody>
      </p:sp>
      <p:sp>
        <p:nvSpPr>
          <p:cNvPr id="4" name="Rectángulo 3" descr="Open Book">
            <a:extLst>
              <a:ext uri="{FF2B5EF4-FFF2-40B4-BE49-F238E27FC236}">
                <a16:creationId xmlns:a16="http://schemas.microsoft.com/office/drawing/2014/main" id="{6EB2DD09-B60D-CFDF-046F-86518EEFEC53}"/>
              </a:ext>
            </a:extLst>
          </p:cNvPr>
          <p:cNvSpPr/>
          <p:nvPr/>
        </p:nvSpPr>
        <p:spPr>
          <a:xfrm>
            <a:off x="1262997" y="4397596"/>
            <a:ext cx="575007" cy="617080"/>
          </a:xfrm>
          <a:prstGeom prst="rect">
            <a:avLst/>
          </a:prstGeom>
          <a:blipFill>
            <a:blip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  <a:ln>
            <a:noFill/>
          </a:ln>
        </p:spPr>
        <p:style>
          <a:lnRef idx="2">
            <a:scrgbClr r="0" g="0" b="0"/>
          </a:lnRef>
          <a:fillRef idx="1">
            <a:scrgbClr r="0" g="0" b="0"/>
          </a:fillRef>
          <a:effectRef idx="0">
            <a:schemeClr val="bg1">
              <a:hueOff val="0"/>
              <a:satOff val="0"/>
              <a:lumOff val="0"/>
              <a:alphaOff val="0"/>
            </a:schemeClr>
          </a:effectRef>
          <a:fontRef idx="minor">
            <a:schemeClr val="dk1">
              <a:hueOff val="0"/>
              <a:satOff val="0"/>
              <a:lumOff val="0"/>
              <a:alphaOff val="0"/>
            </a:schemeClr>
          </a:fontRef>
        </p:style>
        <p:txBody>
          <a:bodyPr/>
          <a:lstStyle/>
          <a:p>
            <a:endParaRPr lang="es-CL" dirty="0"/>
          </a:p>
        </p:txBody>
      </p:sp>
      <p:grpSp>
        <p:nvGrpSpPr>
          <p:cNvPr id="5" name="Grupo 4">
            <a:extLst>
              <a:ext uri="{FF2B5EF4-FFF2-40B4-BE49-F238E27FC236}">
                <a16:creationId xmlns:a16="http://schemas.microsoft.com/office/drawing/2014/main" id="{F5747FAE-8254-C880-3A47-F1250F9105BD}"/>
              </a:ext>
            </a:extLst>
          </p:cNvPr>
          <p:cNvGrpSpPr/>
          <p:nvPr/>
        </p:nvGrpSpPr>
        <p:grpSpPr>
          <a:xfrm>
            <a:off x="28414" y="4224780"/>
            <a:ext cx="2332928" cy="2003105"/>
            <a:chOff x="4405" y="2245657"/>
            <a:chExt cx="2332928" cy="2003105"/>
          </a:xfrm>
        </p:grpSpPr>
        <p:sp>
          <p:nvSpPr>
            <p:cNvPr id="6" name="Rectángulo 5">
              <a:extLst>
                <a:ext uri="{FF2B5EF4-FFF2-40B4-BE49-F238E27FC236}">
                  <a16:creationId xmlns:a16="http://schemas.microsoft.com/office/drawing/2014/main" id="{F3F23481-8D5D-EF0E-06B3-EBDAB24DD6CF}"/>
                </a:ext>
              </a:extLst>
            </p:cNvPr>
            <p:cNvSpPr/>
            <p:nvPr/>
          </p:nvSpPr>
          <p:spPr>
            <a:xfrm>
              <a:off x="4405" y="2245657"/>
              <a:ext cx="1763085" cy="705234"/>
            </a:xfrm>
            <a:prstGeom prst="rect">
              <a:avLst/>
            </a:prstGeom>
          </p:spPr>
          <p:style>
            <a:lnRef idx="0">
              <a:schemeClr val="dk1">
                <a:alpha val="0"/>
                <a:hueOff val="0"/>
                <a:satOff val="0"/>
                <a:lumOff val="0"/>
                <a:alphaOff val="0"/>
              </a:schemeClr>
            </a:lnRef>
            <a:fillRef idx="0">
              <a:schemeClr val="lt1">
                <a:alpha val="0"/>
                <a:hueOff val="0"/>
                <a:satOff val="0"/>
                <a:lumOff val="0"/>
                <a:alphaOff val="0"/>
              </a:schemeClr>
            </a:fillRef>
            <a:effectRef idx="0">
              <a:schemeClr val="lt1">
                <a:alpha val="0"/>
                <a:hueOff val="0"/>
                <a:satOff val="0"/>
                <a:lumOff val="0"/>
                <a:alphaOff val="0"/>
              </a:schemeClr>
            </a:effectRef>
            <a:fontRef idx="minor">
              <a:schemeClr val="tx1">
                <a:hueOff val="0"/>
                <a:satOff val="0"/>
                <a:lumOff val="0"/>
                <a:alphaOff val="0"/>
              </a:schemeClr>
            </a:fontRef>
          </p:style>
          <p:txBody>
            <a:bodyPr/>
            <a:lstStyle/>
            <a:p>
              <a:endParaRPr lang="es-CL" dirty="0"/>
            </a:p>
          </p:txBody>
        </p:sp>
        <p:sp>
          <p:nvSpPr>
            <p:cNvPr id="8" name="CuadroTexto 7">
              <a:extLst>
                <a:ext uri="{FF2B5EF4-FFF2-40B4-BE49-F238E27FC236}">
                  <a16:creationId xmlns:a16="http://schemas.microsoft.com/office/drawing/2014/main" id="{93238333-B6BA-92DB-9A42-030AD2B6395E}"/>
                </a:ext>
              </a:extLst>
            </p:cNvPr>
            <p:cNvSpPr txBox="1"/>
            <p:nvPr/>
          </p:nvSpPr>
          <p:spPr>
            <a:xfrm>
              <a:off x="574248" y="3543528"/>
              <a:ext cx="1763085" cy="705234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0" tIns="0" rIns="0" bIns="0" numCol="1" spcCol="1270" rtlCol="0" anchor="t" anchorCtr="0">
              <a:noAutofit/>
            </a:bodyPr>
            <a:lstStyle/>
            <a:p>
              <a:pPr marL="0" lvl="0" indent="0" algn="ctr" defTabSz="977900" rtl="0">
                <a:lnSpc>
                  <a:spcPct val="100000"/>
                </a:lnSpc>
                <a:spcBef>
                  <a:spcPct val="0"/>
                </a:spcBef>
                <a:spcAft>
                  <a:spcPct val="35000"/>
                </a:spcAft>
                <a:buNone/>
                <a:defRPr cap="all"/>
              </a:pPr>
              <a:r>
                <a:rPr lang="es-ES" sz="2200" dirty="0"/>
                <a:t>Fundada en 1994</a:t>
              </a:r>
              <a:endParaRPr lang="es-ES" sz="2200" kern="1200" noProof="0" dirty="0"/>
            </a:p>
          </p:txBody>
        </p:sp>
      </p:grpSp>
      <p:sp>
        <p:nvSpPr>
          <p:cNvPr id="9" name="Elipse 8">
            <a:extLst>
              <a:ext uri="{FF2B5EF4-FFF2-40B4-BE49-F238E27FC236}">
                <a16:creationId xmlns:a16="http://schemas.microsoft.com/office/drawing/2014/main" id="{01D458A1-FE5E-AEB4-A1CD-0C1AB7FABE82}"/>
              </a:ext>
            </a:extLst>
          </p:cNvPr>
          <p:cNvSpPr/>
          <p:nvPr/>
        </p:nvSpPr>
        <p:spPr>
          <a:xfrm>
            <a:off x="3820433" y="4214192"/>
            <a:ext cx="1046728" cy="1075482"/>
          </a:xfrm>
          <a:prstGeom prst="ellipse">
            <a:avLst/>
          </a:prstGeom>
          <a:solidFill>
            <a:schemeClr val="accent6"/>
          </a:solidFill>
        </p:spPr>
        <p:style>
          <a:lnRef idx="0">
            <a:schemeClr val="lt1">
              <a:alpha val="0"/>
              <a:hueOff val="0"/>
              <a:satOff val="0"/>
              <a:lumOff val="0"/>
              <a:alphaOff val="0"/>
            </a:schemeClr>
          </a:lnRef>
          <a:fillRef idx="1">
            <a:schemeClr val="accent2">
              <a:hueOff val="0"/>
              <a:satOff val="0"/>
              <a:lumOff val="0"/>
              <a:alphaOff val="0"/>
            </a:schemeClr>
          </a:fillRef>
          <a:effectRef idx="0">
            <a:schemeClr val="accent2">
              <a:hueOff val="0"/>
              <a:satOff val="0"/>
              <a:lumOff val="0"/>
              <a:alphaOff val="0"/>
            </a:schemeClr>
          </a:effectRef>
          <a:fontRef idx="minor"/>
        </p:style>
        <p:txBody>
          <a:bodyPr/>
          <a:lstStyle/>
          <a:p>
            <a:endParaRPr lang="es-CL" dirty="0"/>
          </a:p>
        </p:txBody>
      </p:sp>
      <p:sp>
        <p:nvSpPr>
          <p:cNvPr id="10" name="Rectángulo 9" descr="Ribbon">
            <a:extLst>
              <a:ext uri="{FF2B5EF4-FFF2-40B4-BE49-F238E27FC236}">
                <a16:creationId xmlns:a16="http://schemas.microsoft.com/office/drawing/2014/main" id="{0D3EBE16-CE24-EAD9-A98F-4FC08EA7B586}"/>
              </a:ext>
            </a:extLst>
          </p:cNvPr>
          <p:cNvSpPr/>
          <p:nvPr/>
        </p:nvSpPr>
        <p:spPr>
          <a:xfrm>
            <a:off x="4042079" y="4451380"/>
            <a:ext cx="602703" cy="617080"/>
          </a:xfrm>
          <a:prstGeom prst="rect">
            <a:avLst/>
          </a:prstGeom>
          <a:blipFill>
            <a:blip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  <a:ln>
            <a:noFill/>
          </a:ln>
        </p:spPr>
        <p:style>
          <a:lnRef idx="2">
            <a:scrgbClr r="0" g="0" b="0"/>
          </a:lnRef>
          <a:fillRef idx="1">
            <a:scrgbClr r="0" g="0" b="0"/>
          </a:fillRef>
          <a:effectRef idx="0">
            <a:schemeClr val="bg1">
              <a:hueOff val="0"/>
              <a:satOff val="0"/>
              <a:lumOff val="0"/>
              <a:alphaOff val="0"/>
            </a:schemeClr>
          </a:effectRef>
          <a:fontRef idx="minor">
            <a:schemeClr val="dk1">
              <a:hueOff val="0"/>
              <a:satOff val="0"/>
              <a:lumOff val="0"/>
              <a:alphaOff val="0"/>
            </a:schemeClr>
          </a:fontRef>
        </p:style>
        <p:txBody>
          <a:bodyPr/>
          <a:lstStyle/>
          <a:p>
            <a:endParaRPr lang="es-CL" dirty="0"/>
          </a:p>
        </p:txBody>
      </p:sp>
      <p:sp>
        <p:nvSpPr>
          <p:cNvPr id="11" name="CuadroTexto 10">
            <a:extLst>
              <a:ext uri="{FF2B5EF4-FFF2-40B4-BE49-F238E27FC236}">
                <a16:creationId xmlns:a16="http://schemas.microsoft.com/office/drawing/2014/main" id="{6A58B953-F289-AB8C-4F7C-3D04B9D5842C}"/>
              </a:ext>
            </a:extLst>
          </p:cNvPr>
          <p:cNvSpPr txBox="1"/>
          <p:nvPr/>
        </p:nvSpPr>
        <p:spPr>
          <a:xfrm>
            <a:off x="3525880" y="5532717"/>
            <a:ext cx="1719953" cy="705234"/>
          </a:xfrm>
          <a:prstGeom prst="rect">
            <a:avLst/>
          </a:prstGeom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square" lIns="0" tIns="0" rIns="0" bIns="0" numCol="1" spcCol="1270" rtlCol="0" anchor="t" anchorCtr="0">
            <a:noAutofit/>
          </a:bodyPr>
          <a:lstStyle/>
          <a:p>
            <a:pPr marL="0" lvl="0" indent="0" algn="ctr" defTabSz="977900" rtl="0">
              <a:lnSpc>
                <a:spcPct val="100000"/>
              </a:lnSpc>
              <a:spcBef>
                <a:spcPct val="0"/>
              </a:spcBef>
              <a:spcAft>
                <a:spcPct val="35000"/>
              </a:spcAft>
              <a:buNone/>
              <a:defRPr cap="all"/>
            </a:pPr>
            <a:r>
              <a:rPr lang="es-ES" sz="2200" dirty="0"/>
              <a:t>Cobertura a nivel nacional </a:t>
            </a:r>
            <a:endParaRPr lang="es-ES" sz="2200" kern="1200" noProof="0" dirty="0"/>
          </a:p>
        </p:txBody>
      </p:sp>
      <p:sp>
        <p:nvSpPr>
          <p:cNvPr id="12" name="Elipse 11">
            <a:extLst>
              <a:ext uri="{FF2B5EF4-FFF2-40B4-BE49-F238E27FC236}">
                <a16:creationId xmlns:a16="http://schemas.microsoft.com/office/drawing/2014/main" id="{4DCB3D64-0D8E-91C5-B58D-2BFD69277DE3}"/>
              </a:ext>
            </a:extLst>
          </p:cNvPr>
          <p:cNvSpPr/>
          <p:nvPr/>
        </p:nvSpPr>
        <p:spPr>
          <a:xfrm>
            <a:off x="6827522" y="4143718"/>
            <a:ext cx="1075482" cy="1075482"/>
          </a:xfrm>
          <a:prstGeom prst="ellipse">
            <a:avLst/>
          </a:prstGeom>
          <a:solidFill>
            <a:schemeClr val="accent4"/>
          </a:solidFill>
        </p:spPr>
        <p:style>
          <a:lnRef idx="0">
            <a:schemeClr val="lt1">
              <a:alpha val="0"/>
              <a:hueOff val="0"/>
              <a:satOff val="0"/>
              <a:lumOff val="0"/>
              <a:alphaOff val="0"/>
            </a:schemeClr>
          </a:lnRef>
          <a:fillRef idx="1">
            <a:schemeClr val="accent2">
              <a:hueOff val="0"/>
              <a:satOff val="0"/>
              <a:lumOff val="0"/>
              <a:alphaOff val="0"/>
            </a:schemeClr>
          </a:fillRef>
          <a:effectRef idx="0">
            <a:schemeClr val="accent2">
              <a:hueOff val="0"/>
              <a:satOff val="0"/>
              <a:lumOff val="0"/>
              <a:alphaOff val="0"/>
            </a:schemeClr>
          </a:effectRef>
          <a:fontRef idx="minor"/>
        </p:style>
        <p:txBody>
          <a:bodyPr/>
          <a:lstStyle/>
          <a:p>
            <a:endParaRPr lang="es-CL" dirty="0"/>
          </a:p>
        </p:txBody>
      </p:sp>
      <p:sp>
        <p:nvSpPr>
          <p:cNvPr id="13" name="Rectángulo 12" descr="Head with Gears">
            <a:extLst>
              <a:ext uri="{FF2B5EF4-FFF2-40B4-BE49-F238E27FC236}">
                <a16:creationId xmlns:a16="http://schemas.microsoft.com/office/drawing/2014/main" id="{15412836-E8C8-1482-5B34-473EACB22E3E}"/>
              </a:ext>
            </a:extLst>
          </p:cNvPr>
          <p:cNvSpPr/>
          <p:nvPr/>
        </p:nvSpPr>
        <p:spPr>
          <a:xfrm>
            <a:off x="7057504" y="4395407"/>
            <a:ext cx="617080" cy="617080"/>
          </a:xfrm>
          <a:prstGeom prst="rect">
            <a:avLst/>
          </a:prstGeom>
          <a:blipFill>
            <a:blip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  <a:ln>
            <a:noFill/>
          </a:ln>
        </p:spPr>
        <p:style>
          <a:lnRef idx="2">
            <a:scrgbClr r="0" g="0" b="0"/>
          </a:lnRef>
          <a:fillRef idx="1">
            <a:scrgbClr r="0" g="0" b="0"/>
          </a:fillRef>
          <a:effectRef idx="0">
            <a:schemeClr val="bg1">
              <a:hueOff val="0"/>
              <a:satOff val="0"/>
              <a:lumOff val="0"/>
              <a:alphaOff val="0"/>
            </a:schemeClr>
          </a:effectRef>
          <a:fontRef idx="minor">
            <a:schemeClr val="dk1">
              <a:hueOff val="0"/>
              <a:satOff val="0"/>
              <a:lumOff val="0"/>
              <a:alphaOff val="0"/>
            </a:schemeClr>
          </a:fontRef>
        </p:style>
        <p:txBody>
          <a:bodyPr/>
          <a:lstStyle/>
          <a:p>
            <a:endParaRPr lang="es-CL" dirty="0"/>
          </a:p>
        </p:txBody>
      </p:sp>
      <p:sp>
        <p:nvSpPr>
          <p:cNvPr id="14" name="CuadroTexto 13">
            <a:extLst>
              <a:ext uri="{FF2B5EF4-FFF2-40B4-BE49-F238E27FC236}">
                <a16:creationId xmlns:a16="http://schemas.microsoft.com/office/drawing/2014/main" id="{9ECB347D-AA29-EFCA-F105-0A2805653482}"/>
              </a:ext>
            </a:extLst>
          </p:cNvPr>
          <p:cNvSpPr txBox="1"/>
          <p:nvPr/>
        </p:nvSpPr>
        <p:spPr>
          <a:xfrm>
            <a:off x="5872070" y="5532364"/>
            <a:ext cx="2987946" cy="691210"/>
          </a:xfrm>
          <a:prstGeom prst="rect">
            <a:avLst/>
          </a:prstGeom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square" lIns="0" tIns="0" rIns="0" bIns="0" numCol="1" spcCol="1270" rtlCol="0" anchor="t" anchorCtr="0">
            <a:noAutofit/>
          </a:bodyPr>
          <a:lstStyle/>
          <a:p>
            <a:pPr marL="0" lvl="0" indent="0" algn="ctr" defTabSz="977900" rtl="0">
              <a:lnSpc>
                <a:spcPct val="100000"/>
              </a:lnSpc>
              <a:spcBef>
                <a:spcPct val="0"/>
              </a:spcBef>
              <a:spcAft>
                <a:spcPct val="35000"/>
              </a:spcAft>
              <a:buNone/>
              <a:defRPr cap="all"/>
            </a:pPr>
            <a:r>
              <a:rPr lang="es-ES" sz="2200" dirty="0"/>
              <a:t>Trazabilidad rigurosa y cumplimiento de normativas</a:t>
            </a:r>
            <a:endParaRPr lang="es-ES" sz="2200" kern="1200" noProof="0" dirty="0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B559DE94-4D4F-FE25-5440-8DDD95B936CA}"/>
              </a:ext>
            </a:extLst>
          </p:cNvPr>
          <p:cNvSpPr txBox="1"/>
          <p:nvPr/>
        </p:nvSpPr>
        <p:spPr>
          <a:xfrm>
            <a:off x="575006" y="1535688"/>
            <a:ext cx="4824442" cy="184665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285750" indent="-285750">
              <a:buFont typeface="Arial"/>
              <a:buChar char="•"/>
            </a:pPr>
            <a:r>
              <a:rPr lang="es-US" sz="2400" dirty="0"/>
              <a:t>Empresa</a:t>
            </a:r>
            <a:r>
              <a:rPr lang="en-US" sz="2400" dirty="0"/>
              <a:t> </a:t>
            </a:r>
            <a:r>
              <a:rPr lang="es-CL" sz="2400" dirty="0"/>
              <a:t>chilena</a:t>
            </a:r>
            <a:r>
              <a:rPr lang="en-US" sz="2400" dirty="0"/>
              <a:t> </a:t>
            </a:r>
            <a:r>
              <a:rPr lang="es-CL" sz="2400" dirty="0"/>
              <a:t>dedicada</a:t>
            </a:r>
            <a:r>
              <a:rPr lang="en-US" sz="2400" dirty="0"/>
              <a:t> a la </a:t>
            </a:r>
            <a:r>
              <a:rPr lang="es-CL" sz="2400" dirty="0"/>
              <a:t>industrialización</a:t>
            </a:r>
            <a:r>
              <a:rPr lang="en-US" sz="2400" dirty="0"/>
              <a:t> de </a:t>
            </a:r>
            <a:r>
              <a:rPr lang="en-US" sz="2400" dirty="0" err="1"/>
              <a:t>madera</a:t>
            </a:r>
            <a:r>
              <a:rPr lang="en-US" sz="2400" dirty="0"/>
              <a:t> y </a:t>
            </a:r>
            <a:r>
              <a:rPr lang="en-US" sz="2400" dirty="0" err="1"/>
              <a:t>construcción</a:t>
            </a:r>
            <a:r>
              <a:rPr lang="en-US" sz="2400" dirty="0"/>
              <a:t> de </a:t>
            </a:r>
            <a:r>
              <a:rPr lang="en-US" sz="2400" dirty="0" err="1"/>
              <a:t>estructuras</a:t>
            </a:r>
            <a:r>
              <a:rPr lang="en-US" sz="2400" dirty="0"/>
              <a:t> </a:t>
            </a:r>
            <a:r>
              <a:rPr lang="en-US" sz="2400" dirty="0" err="1"/>
              <a:t>prefabricadas</a:t>
            </a:r>
            <a:r>
              <a:rPr lang="en-US" sz="2400" dirty="0"/>
              <a:t>.</a:t>
            </a:r>
            <a:endParaRPr lang="en-US" sz="2400" dirty="0">
              <a:ea typeface="Calibri"/>
              <a:cs typeface="Calibri"/>
            </a:endParaRPr>
          </a:p>
          <a:p>
            <a:pPr algn="ctr"/>
            <a:endParaRPr lang="en-US" dirty="0"/>
          </a:p>
        </p:txBody>
      </p:sp>
      <p:pic>
        <p:nvPicPr>
          <p:cNvPr id="19" name="Picture 18" descr="image.png">
            <a:extLst>
              <a:ext uri="{FF2B5EF4-FFF2-40B4-BE49-F238E27FC236}">
                <a16:creationId xmlns:a16="http://schemas.microsoft.com/office/drawing/2014/main" id="{D7A9E668-B187-6366-4C8F-4261D5FE97D1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506035" y="1193489"/>
            <a:ext cx="2661858" cy="25636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1388360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agen 6"/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153" t="20538" r="153" b="51651"/>
          <a:stretch/>
        </p:blipFill>
        <p:spPr>
          <a:xfrm>
            <a:off x="-14013" y="1"/>
            <a:ext cx="9172026" cy="802886"/>
          </a:xfrm>
          <a:prstGeom prst="rect">
            <a:avLst/>
          </a:prstGeom>
        </p:spPr>
      </p:pic>
      <p:pic>
        <p:nvPicPr>
          <p:cNvPr id="2" name="Imagen 1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16024" y="89553"/>
            <a:ext cx="719254" cy="600029"/>
          </a:xfrm>
          <a:prstGeom prst="rect">
            <a:avLst/>
          </a:prstGeom>
        </p:spPr>
      </p:pic>
      <p:sp>
        <p:nvSpPr>
          <p:cNvPr id="17" name="CuadroTexto 16"/>
          <p:cNvSpPr txBox="1"/>
          <p:nvPr/>
        </p:nvSpPr>
        <p:spPr>
          <a:xfrm>
            <a:off x="108721" y="89553"/>
            <a:ext cx="780435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s-ES_tradnl" sz="2400" b="1">
                <a:solidFill>
                  <a:prstClr val="white"/>
                </a:solidFill>
                <a:latin typeface="Helvetica" pitchFamily="2" charset="0"/>
                <a:ea typeface="Gungsuh" charset="-127"/>
                <a:cs typeface="Gungsuh" charset="-127"/>
              </a:rPr>
              <a:t>Introducción</a:t>
            </a:r>
            <a:endParaRPr kumimoji="0" lang="es-ES_tradnl" sz="1200" b="1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Helvetica" pitchFamily="2" charset="0"/>
              <a:ea typeface="Gungsuh" charset="-127"/>
              <a:cs typeface="Gungsuh" charset="-127"/>
            </a:endParaRPr>
          </a:p>
        </p:txBody>
      </p:sp>
      <p:sp>
        <p:nvSpPr>
          <p:cNvPr id="3" name="Rectángulo 2" descr="Bloque de énfasis izquierdo">
            <a:extLst>
              <a:ext uri="{FF2B5EF4-FFF2-40B4-BE49-F238E27FC236}">
                <a16:creationId xmlns:a16="http://schemas.microsoft.com/office/drawing/2014/main" id="{AA7C4857-ABBE-787C-E074-E4A575F74F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08721" y="1603360"/>
            <a:ext cx="1984175" cy="11482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 rtl="0"/>
            <a:endParaRPr lang="es-ES"/>
          </a:p>
        </p:txBody>
      </p:sp>
      <p:sp>
        <p:nvSpPr>
          <p:cNvPr id="4" name="Rectángulo 3" descr="Bloque de énfasis izquierdo">
            <a:extLst>
              <a:ext uri="{FF2B5EF4-FFF2-40B4-BE49-F238E27FC236}">
                <a16:creationId xmlns:a16="http://schemas.microsoft.com/office/drawing/2014/main" id="{BCFAC7E0-A138-814C-A448-83EBB5800D7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3112852" y="1603360"/>
            <a:ext cx="1984175" cy="114824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 rtl="0"/>
            <a:endParaRPr lang="es-ES"/>
          </a:p>
        </p:txBody>
      </p:sp>
      <p:sp>
        <p:nvSpPr>
          <p:cNvPr id="5" name="Rectángulo 4" descr="Bloque de énfasis izquierdo">
            <a:extLst>
              <a:ext uri="{FF2B5EF4-FFF2-40B4-BE49-F238E27FC236}">
                <a16:creationId xmlns:a16="http://schemas.microsoft.com/office/drawing/2014/main" id="{F02C1FD4-2855-A83B-D10D-BEC030EE05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116983" y="1603360"/>
            <a:ext cx="1984175" cy="114824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 rtl="0"/>
            <a:endParaRPr lang="es-ES"/>
          </a:p>
        </p:txBody>
      </p:sp>
      <p:sp>
        <p:nvSpPr>
          <p:cNvPr id="6" name="Marcador de texto 3">
            <a:extLst>
              <a:ext uri="{FF2B5EF4-FFF2-40B4-BE49-F238E27FC236}">
                <a16:creationId xmlns:a16="http://schemas.microsoft.com/office/drawing/2014/main" id="{BDE55AA3-86FC-E503-5DB4-F13B3AA2B9C9}"/>
              </a:ext>
            </a:extLst>
          </p:cNvPr>
          <p:cNvSpPr txBox="1">
            <a:spLocks/>
          </p:cNvSpPr>
          <p:nvPr/>
        </p:nvSpPr>
        <p:spPr>
          <a:xfrm>
            <a:off x="-548661" y="1930634"/>
            <a:ext cx="2993688" cy="360000"/>
          </a:xfrm>
          <a:prstGeom prst="rect">
            <a:avLst/>
          </a:prstGeom>
        </p:spPr>
        <p:txBody>
          <a:bodyPr vert="horz" lIns="91440" tIns="45720" rIns="91440" bIns="45720" rtlCol="0" anchor="t">
            <a:normAutofit fontScale="92500" lnSpcReduction="20000"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s-ES" b="1"/>
              <a:t>Posición actual </a:t>
            </a:r>
          </a:p>
        </p:txBody>
      </p:sp>
      <p:sp>
        <p:nvSpPr>
          <p:cNvPr id="8" name="Marcador de texto 3">
            <a:extLst>
              <a:ext uri="{FF2B5EF4-FFF2-40B4-BE49-F238E27FC236}">
                <a16:creationId xmlns:a16="http://schemas.microsoft.com/office/drawing/2014/main" id="{F3BA2AB9-0014-38DF-FA70-AE1F18BB0261}"/>
              </a:ext>
            </a:extLst>
          </p:cNvPr>
          <p:cNvSpPr txBox="1">
            <a:spLocks/>
          </p:cNvSpPr>
          <p:nvPr/>
        </p:nvSpPr>
        <p:spPr>
          <a:xfrm>
            <a:off x="1897311" y="1930634"/>
            <a:ext cx="3538060" cy="360000"/>
          </a:xfrm>
          <a:prstGeom prst="rect">
            <a:avLst/>
          </a:prstGeom>
        </p:spPr>
        <p:txBody>
          <a:bodyPr vert="horz" lIns="91440" tIns="45720" rIns="91440" bIns="45720" rtlCol="0" anchor="t">
            <a:normAutofit fontScale="92500" lnSpcReduction="20000"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s-ES" b="1"/>
              <a:t>El Desafío </a:t>
            </a:r>
          </a:p>
        </p:txBody>
      </p:sp>
      <p:sp>
        <p:nvSpPr>
          <p:cNvPr id="9" name="Marcador de texto 3">
            <a:extLst>
              <a:ext uri="{FF2B5EF4-FFF2-40B4-BE49-F238E27FC236}">
                <a16:creationId xmlns:a16="http://schemas.microsoft.com/office/drawing/2014/main" id="{96A0B045-FC68-ACF9-DD58-02C48625D6F1}"/>
              </a:ext>
            </a:extLst>
          </p:cNvPr>
          <p:cNvSpPr txBox="1">
            <a:spLocks/>
          </p:cNvSpPr>
          <p:nvPr/>
        </p:nvSpPr>
        <p:spPr>
          <a:xfrm>
            <a:off x="5247997" y="1930634"/>
            <a:ext cx="3538060" cy="360000"/>
          </a:xfrm>
          <a:prstGeom prst="rect">
            <a:avLst/>
          </a:prstGeom>
        </p:spPr>
        <p:txBody>
          <a:bodyPr vert="horz" lIns="91440" tIns="45720" rIns="91440" bIns="45720" rtlCol="0" anchor="t">
            <a:normAutofit fontScale="92500" lnSpcReduction="20000"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s-ES" b="1"/>
              <a:t>La Metodología  </a:t>
            </a:r>
          </a:p>
        </p:txBody>
      </p:sp>
      <p:sp>
        <p:nvSpPr>
          <p:cNvPr id="10" name="Marcador de contenido 4">
            <a:extLst>
              <a:ext uri="{FF2B5EF4-FFF2-40B4-BE49-F238E27FC236}">
                <a16:creationId xmlns:a16="http://schemas.microsoft.com/office/drawing/2014/main" id="{3C0F5BD8-4629-30D7-47BE-945D0F777889}"/>
              </a:ext>
            </a:extLst>
          </p:cNvPr>
          <p:cNvSpPr txBox="1">
            <a:spLocks/>
          </p:cNvSpPr>
          <p:nvPr/>
        </p:nvSpPr>
        <p:spPr>
          <a:xfrm>
            <a:off x="-195585" y="2518657"/>
            <a:ext cx="2092896" cy="1627858"/>
          </a:xfrm>
          <a:prstGeom prst="rect">
            <a:avLst/>
          </a:prstGeom>
        </p:spPr>
        <p:txBody>
          <a:bodyPr rtlCol="0"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57200" lvl="1" indent="0">
              <a:buNone/>
            </a:pPr>
            <a:endParaRPr lang="es-ES" sz="1400"/>
          </a:p>
        </p:txBody>
      </p:sp>
      <p:sp>
        <p:nvSpPr>
          <p:cNvPr id="12" name="CuadroTexto 11">
            <a:extLst>
              <a:ext uri="{FF2B5EF4-FFF2-40B4-BE49-F238E27FC236}">
                <a16:creationId xmlns:a16="http://schemas.microsoft.com/office/drawing/2014/main" id="{1204AFFB-2DD6-D64F-66A2-49CC14060814}"/>
              </a:ext>
            </a:extLst>
          </p:cNvPr>
          <p:cNvSpPr txBox="1"/>
          <p:nvPr/>
        </p:nvSpPr>
        <p:spPr>
          <a:xfrm>
            <a:off x="0" y="2628756"/>
            <a:ext cx="2392017" cy="1631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MX" sz="2000"/>
              <a:t>Líder técnico con el 60% del mercado de envigados en Chile y sólida capacidad industrial.</a:t>
            </a:r>
            <a:endParaRPr lang="es-CL" sz="2000"/>
          </a:p>
        </p:txBody>
      </p:sp>
      <p:sp>
        <p:nvSpPr>
          <p:cNvPr id="13" name="CuadroTexto 12">
            <a:extLst>
              <a:ext uri="{FF2B5EF4-FFF2-40B4-BE49-F238E27FC236}">
                <a16:creationId xmlns:a16="http://schemas.microsoft.com/office/drawing/2014/main" id="{6B5202F9-768B-23EB-0AC6-C9A5994B9EBC}"/>
              </a:ext>
            </a:extLst>
          </p:cNvPr>
          <p:cNvSpPr txBox="1"/>
          <p:nvPr/>
        </p:nvSpPr>
        <p:spPr>
          <a:xfrm>
            <a:off x="3043354" y="2628756"/>
            <a:ext cx="2469550" cy="25545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MX" sz="2000"/>
              <a:t>Baja visibilidad digital. </a:t>
            </a:r>
          </a:p>
          <a:p>
            <a:r>
              <a:rPr lang="es-MX" sz="2000"/>
              <a:t>La captación de clientes depende de redes de contacto tradicionales, frenando la expansión hacia nuevos mercados</a:t>
            </a:r>
            <a:endParaRPr lang="es-CL" sz="2000"/>
          </a:p>
        </p:txBody>
      </p:sp>
      <p:sp>
        <p:nvSpPr>
          <p:cNvPr id="15" name="CuadroTexto 14">
            <a:extLst>
              <a:ext uri="{FF2B5EF4-FFF2-40B4-BE49-F238E27FC236}">
                <a16:creationId xmlns:a16="http://schemas.microsoft.com/office/drawing/2014/main" id="{9970F3CD-2188-9C54-F134-A7F75E39A1BC}"/>
              </a:ext>
            </a:extLst>
          </p:cNvPr>
          <p:cNvSpPr txBox="1"/>
          <p:nvPr/>
        </p:nvSpPr>
        <p:spPr>
          <a:xfrm>
            <a:off x="6058806" y="2628756"/>
            <a:ext cx="2597103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CL"/>
              <a:t>Análisis interno externo de </a:t>
            </a:r>
            <a:r>
              <a:rPr lang="es-CL" err="1"/>
              <a:t>Ingecon</a:t>
            </a:r>
            <a:r>
              <a:rPr lang="es-CL"/>
              <a:t> (PESTEL, Porter, Cadena de Valor),</a:t>
            </a:r>
          </a:p>
          <a:p>
            <a:r>
              <a:rPr lang="es-CL"/>
              <a:t>Levantamiento de procesos, herramienta cualitativa(Ishikawa)</a:t>
            </a:r>
          </a:p>
        </p:txBody>
      </p:sp>
      <p:sp>
        <p:nvSpPr>
          <p:cNvPr id="16" name="CuadroTexto 15">
            <a:extLst>
              <a:ext uri="{FF2B5EF4-FFF2-40B4-BE49-F238E27FC236}">
                <a16:creationId xmlns:a16="http://schemas.microsoft.com/office/drawing/2014/main" id="{68CECE1D-DC6A-90CD-AB7C-93A716E0D00E}"/>
              </a:ext>
            </a:extLst>
          </p:cNvPr>
          <p:cNvSpPr txBox="1"/>
          <p:nvPr/>
        </p:nvSpPr>
        <p:spPr>
          <a:xfrm>
            <a:off x="298040" y="5693321"/>
            <a:ext cx="848801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b="1"/>
              <a:t>Objetivo Final</a:t>
            </a:r>
            <a:r>
              <a:rPr lang="es-CL" b="1"/>
              <a:t>:  </a:t>
            </a:r>
            <a:r>
              <a:rPr lang="es-MX" b="1"/>
              <a:t>Evolucionar de una vitrina estática a una plataforma web integral y automatizada que funcione como una verdadera herramienta de captación y negocio.</a:t>
            </a:r>
          </a:p>
        </p:txBody>
      </p:sp>
    </p:spTree>
    <p:extLst>
      <p:ext uri="{BB962C8B-B14F-4D97-AF65-F5344CB8AC3E}">
        <p14:creationId xmlns:p14="http://schemas.microsoft.com/office/powerpoint/2010/main" val="2892817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agen 6"/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153" t="20538" r="153" b="51651"/>
          <a:stretch/>
        </p:blipFill>
        <p:spPr>
          <a:xfrm>
            <a:off x="-14013" y="1"/>
            <a:ext cx="9172026" cy="802886"/>
          </a:xfrm>
          <a:prstGeom prst="rect">
            <a:avLst/>
          </a:prstGeom>
        </p:spPr>
      </p:pic>
      <p:pic>
        <p:nvPicPr>
          <p:cNvPr id="2" name="Imagen 1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16024" y="89553"/>
            <a:ext cx="719254" cy="600029"/>
          </a:xfrm>
          <a:prstGeom prst="rect">
            <a:avLst/>
          </a:prstGeom>
        </p:spPr>
      </p:pic>
      <p:sp>
        <p:nvSpPr>
          <p:cNvPr id="17" name="CuadroTexto 16"/>
          <p:cNvSpPr txBox="1"/>
          <p:nvPr/>
        </p:nvSpPr>
        <p:spPr>
          <a:xfrm>
            <a:off x="108721" y="89553"/>
            <a:ext cx="820730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s-ES_tradnl" sz="2400" b="1">
                <a:solidFill>
                  <a:prstClr val="white"/>
                </a:solidFill>
                <a:latin typeface="Helvetica" pitchFamily="2" charset="0"/>
                <a:ea typeface="Gungsuh" charset="-127"/>
                <a:cs typeface="Gungsuh" charset="-127"/>
              </a:rPr>
              <a:t>Despliegue Geográfico </a:t>
            </a:r>
            <a:endParaRPr kumimoji="0" lang="es-ES_tradnl" sz="1200" b="1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Helvetica" pitchFamily="2" charset="0"/>
              <a:ea typeface="Gungsuh" charset="-127"/>
              <a:cs typeface="Gungsuh" charset="-127"/>
            </a:endParaRPr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9C427C3F-E0BE-2C37-CE0C-3357A4ADF6C0}"/>
              </a:ext>
            </a:extLst>
          </p:cNvPr>
          <p:cNvSpPr txBox="1"/>
          <p:nvPr/>
        </p:nvSpPr>
        <p:spPr>
          <a:xfrm>
            <a:off x="269168" y="1228326"/>
            <a:ext cx="4917806" cy="5170646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s-MX" sz="2400" b="1">
                <a:ea typeface="Calibri"/>
                <a:cs typeface="Calibri"/>
              </a:rPr>
              <a:t>Santiago – Casa Matriz </a:t>
            </a:r>
          </a:p>
          <a:p>
            <a:endParaRPr lang="es-MX" sz="2000" b="1">
              <a:ea typeface="Calibri"/>
              <a:cs typeface="Calibri"/>
            </a:endParaRPr>
          </a:p>
          <a:p>
            <a:pPr marL="285750" indent="-285750">
              <a:buFont typeface="Arial"/>
              <a:buChar char="•"/>
            </a:pPr>
            <a:r>
              <a:rPr lang="es-MX" sz="2000">
                <a:ea typeface="Calibri"/>
                <a:cs typeface="Calibri"/>
              </a:rPr>
              <a:t>Gestión de finanzas, contabilidad y compras a gran escala. </a:t>
            </a:r>
          </a:p>
          <a:p>
            <a:endParaRPr lang="es-MX" sz="2000">
              <a:ea typeface="Calibri"/>
              <a:cs typeface="Calibri"/>
            </a:endParaRPr>
          </a:p>
          <a:p>
            <a:r>
              <a:rPr lang="es-MX" sz="2400" b="1">
                <a:ea typeface="Calibri"/>
                <a:cs typeface="Calibri"/>
              </a:rPr>
              <a:t>Pitrufquén – Planta Principal</a:t>
            </a:r>
          </a:p>
          <a:p>
            <a:endParaRPr lang="es-MX" sz="2000" b="1">
              <a:ea typeface="Calibri"/>
              <a:cs typeface="Calibri"/>
            </a:endParaRPr>
          </a:p>
          <a:p>
            <a:pPr marL="285750" indent="-285750">
              <a:buFont typeface="Arial"/>
              <a:buChar char="•"/>
            </a:pPr>
            <a:r>
              <a:rPr lang="es-MX" sz="2000">
                <a:ea typeface="Calibri"/>
                <a:cs typeface="Calibri"/>
              </a:rPr>
              <a:t>Aserradero principal y fábrica de viviendas prefabricadas.</a:t>
            </a:r>
          </a:p>
          <a:p>
            <a:endParaRPr lang="es-MX" sz="2000">
              <a:ea typeface="Calibri"/>
              <a:cs typeface="Calibri"/>
            </a:endParaRPr>
          </a:p>
          <a:p>
            <a:r>
              <a:rPr lang="es-MX" sz="2400" b="1">
                <a:ea typeface="Calibri"/>
                <a:cs typeface="Calibri"/>
              </a:rPr>
              <a:t>Maule – Instalación Secundaria</a:t>
            </a:r>
          </a:p>
          <a:p>
            <a:endParaRPr lang="es-MX" sz="2000">
              <a:ea typeface="Calibri"/>
              <a:cs typeface="Calibri"/>
            </a:endParaRPr>
          </a:p>
          <a:p>
            <a:pPr marL="285750" indent="-285750">
              <a:buFont typeface="Arial"/>
              <a:buChar char="•"/>
            </a:pPr>
            <a:r>
              <a:rPr lang="es-MX" sz="2000">
                <a:ea typeface="Calibri"/>
                <a:cs typeface="Calibri"/>
              </a:rPr>
              <a:t>Especialidades constructivas como por ejemplo la fabricación de cerchas y tabiques.</a:t>
            </a:r>
          </a:p>
          <a:p>
            <a:pPr marL="285750" indent="-285750">
              <a:buFont typeface="Arial"/>
              <a:buChar char="•"/>
            </a:pPr>
            <a:endParaRPr lang="es-MX">
              <a:ea typeface="Calibri"/>
              <a:cs typeface="Calibri"/>
            </a:endParaRPr>
          </a:p>
        </p:txBody>
      </p:sp>
      <p:pic>
        <p:nvPicPr>
          <p:cNvPr id="4" name="Picture 3" descr="A map of a country with red pointers&#10;&#10;AI-generated content may be incorrect.">
            <a:extLst>
              <a:ext uri="{FF2B5EF4-FFF2-40B4-BE49-F238E27FC236}">
                <a16:creationId xmlns:a16="http://schemas.microsoft.com/office/drawing/2014/main" id="{9446B855-EB31-D6B5-7D86-1C0E23F6B7C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663007" y="1006414"/>
            <a:ext cx="3022589" cy="56215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5030856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6CE2A03-38D4-AC79-C947-9B86A814DA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agen 6">
            <a:extLst>
              <a:ext uri="{FF2B5EF4-FFF2-40B4-BE49-F238E27FC236}">
                <a16:creationId xmlns:a16="http://schemas.microsoft.com/office/drawing/2014/main" id="{B2B65058-13E4-1CF2-BD73-AE9F00C74ACB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153" t="20538" r="153" b="51651"/>
          <a:stretch/>
        </p:blipFill>
        <p:spPr>
          <a:xfrm>
            <a:off x="-14013" y="1"/>
            <a:ext cx="9172026" cy="802886"/>
          </a:xfrm>
          <a:prstGeom prst="rect">
            <a:avLst/>
          </a:prstGeom>
        </p:spPr>
      </p:pic>
      <p:pic>
        <p:nvPicPr>
          <p:cNvPr id="2" name="Imagen 1">
            <a:extLst>
              <a:ext uri="{FF2B5EF4-FFF2-40B4-BE49-F238E27FC236}">
                <a16:creationId xmlns:a16="http://schemas.microsoft.com/office/drawing/2014/main" id="{72FEFD9B-8A81-C028-9965-622E7EFDAA5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16024" y="89553"/>
            <a:ext cx="719254" cy="600029"/>
          </a:xfrm>
          <a:prstGeom prst="rect">
            <a:avLst/>
          </a:prstGeom>
        </p:spPr>
      </p:pic>
      <p:sp>
        <p:nvSpPr>
          <p:cNvPr id="17" name="CuadroTexto 16">
            <a:extLst>
              <a:ext uri="{FF2B5EF4-FFF2-40B4-BE49-F238E27FC236}">
                <a16:creationId xmlns:a16="http://schemas.microsoft.com/office/drawing/2014/main" id="{6EA99D6C-167E-7955-B2C7-30707F56BF19}"/>
              </a:ext>
            </a:extLst>
          </p:cNvPr>
          <p:cNvSpPr txBox="1"/>
          <p:nvPr/>
        </p:nvSpPr>
        <p:spPr>
          <a:xfrm>
            <a:off x="108721" y="89553"/>
            <a:ext cx="8207303" cy="461665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>
              <a:defRPr/>
            </a:pPr>
            <a:r>
              <a:rPr lang="es-ES_tradnl" sz="2400" b="1">
                <a:solidFill>
                  <a:prstClr val="white"/>
                </a:solidFill>
                <a:latin typeface="Helvetica"/>
                <a:ea typeface="Gungsuh"/>
                <a:cs typeface="Gungsuh" charset="-127"/>
              </a:rPr>
              <a:t>Misión y Visión </a:t>
            </a:r>
            <a:endParaRPr kumimoji="0" lang="es-ES_tradnl" sz="1200" b="1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Helvetica"/>
              <a:ea typeface="Gungsuh"/>
              <a:cs typeface="Gungsuh" charset="-127"/>
            </a:endParaRPr>
          </a:p>
        </p:txBody>
      </p:sp>
      <p:pic>
        <p:nvPicPr>
          <p:cNvPr id="6" name="Picture 5" descr="A white text on a white background&#10;&#10;AI-generated content may be incorrect.">
            <a:extLst>
              <a:ext uri="{FF2B5EF4-FFF2-40B4-BE49-F238E27FC236}">
                <a16:creationId xmlns:a16="http://schemas.microsoft.com/office/drawing/2014/main" id="{4CA88040-F836-6956-5E5E-1766F7BE1BDF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saturation sat="258000"/>
                    </a14:imgEffect>
                    <a14:imgEffect>
                      <a14:brightnessContrast bright="2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384068" y="835600"/>
            <a:ext cx="7740314" cy="56430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0816035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agen 6"/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153" t="20538" r="153" b="51651"/>
          <a:stretch/>
        </p:blipFill>
        <p:spPr>
          <a:xfrm>
            <a:off x="-14013" y="1"/>
            <a:ext cx="9172026" cy="802886"/>
          </a:xfrm>
          <a:prstGeom prst="rect">
            <a:avLst/>
          </a:prstGeom>
        </p:spPr>
      </p:pic>
      <p:pic>
        <p:nvPicPr>
          <p:cNvPr id="2" name="Imagen 1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16024" y="89553"/>
            <a:ext cx="719254" cy="600029"/>
          </a:xfrm>
          <a:prstGeom prst="rect">
            <a:avLst/>
          </a:prstGeom>
        </p:spPr>
      </p:pic>
      <p:sp>
        <p:nvSpPr>
          <p:cNvPr id="17" name="CuadroTexto 16"/>
          <p:cNvSpPr txBox="1"/>
          <p:nvPr/>
        </p:nvSpPr>
        <p:spPr>
          <a:xfrm>
            <a:off x="108721" y="89553"/>
            <a:ext cx="780435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s-ES_tradnl" sz="2400" b="1">
                <a:solidFill>
                  <a:prstClr val="white"/>
                </a:solidFill>
                <a:latin typeface="Helvetica" pitchFamily="2" charset="0"/>
                <a:ea typeface="Gungsuh" charset="-127"/>
                <a:cs typeface="Gungsuh" charset="-127"/>
              </a:rPr>
              <a:t>Estructura organizacional </a:t>
            </a:r>
            <a:endParaRPr kumimoji="0" lang="es-ES_tradnl" sz="1200" b="1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Helvetica" pitchFamily="2" charset="0"/>
              <a:ea typeface="Gungsuh" charset="-127"/>
              <a:cs typeface="Gungsuh" charset="-127"/>
            </a:endParaRPr>
          </a:p>
        </p:txBody>
      </p:sp>
      <p:pic>
        <p:nvPicPr>
          <p:cNvPr id="4" name="Picture 3" descr="A diagram of a company&#10;&#10;AI-generated content may be incorrect.">
            <a:extLst>
              <a:ext uri="{FF2B5EF4-FFF2-40B4-BE49-F238E27FC236}">
                <a16:creationId xmlns:a16="http://schemas.microsoft.com/office/drawing/2014/main" id="{E6A49C91-4629-B329-336D-0597F3A8177C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40334" y="1451036"/>
            <a:ext cx="8800175" cy="5139558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456952AC-6B21-751A-B473-7AB09B23E54E}"/>
              </a:ext>
            </a:extLst>
          </p:cNvPr>
          <p:cNvSpPr txBox="1"/>
          <p:nvPr/>
        </p:nvSpPr>
        <p:spPr>
          <a:xfrm>
            <a:off x="2408495" y="997214"/>
            <a:ext cx="4328160" cy="46166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2400" b="1" err="1">
                <a:ea typeface="Calibri"/>
                <a:cs typeface="Calibri"/>
              </a:rPr>
              <a:t>Organigrama</a:t>
            </a:r>
            <a:r>
              <a:rPr lang="en-US" sz="2400" b="1">
                <a:ea typeface="Calibri"/>
                <a:cs typeface="Calibri"/>
              </a:rPr>
              <a:t> de </a:t>
            </a:r>
            <a:r>
              <a:rPr lang="en-US" sz="2400" b="1" err="1">
                <a:ea typeface="Calibri"/>
                <a:cs typeface="Calibri"/>
              </a:rPr>
              <a:t>Ingecon</a:t>
            </a:r>
            <a:endParaRPr lang="en-US" sz="2400" b="1"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976574588"/>
      </p:ext>
    </p:extLst>
  </p:cSld>
  <p:clrMapOvr>
    <a:masterClrMapping/>
  </p:clrMapOvr>
  <p:extLst>
    <p:ext uri="{6950BFC3-D8DA-4A85-94F7-54DA5524770B}">
      <p188:commentRel xmlns:p188="http://schemas.microsoft.com/office/powerpoint/2018/8/main" r:id="rId3"/>
    </p:ext>
  </p:extLs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agen 6"/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153" t="20538" r="153" b="51651"/>
          <a:stretch/>
        </p:blipFill>
        <p:spPr>
          <a:xfrm>
            <a:off x="-14013" y="1"/>
            <a:ext cx="9172026" cy="802886"/>
          </a:xfrm>
          <a:prstGeom prst="rect">
            <a:avLst/>
          </a:prstGeom>
        </p:spPr>
      </p:pic>
      <p:pic>
        <p:nvPicPr>
          <p:cNvPr id="2" name="Imagen 1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16024" y="89553"/>
            <a:ext cx="719254" cy="600029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49F672AF-164A-BC41-4500-EE561A28345E}"/>
              </a:ext>
            </a:extLst>
          </p:cNvPr>
          <p:cNvSpPr txBox="1"/>
          <p:nvPr/>
        </p:nvSpPr>
        <p:spPr>
          <a:xfrm>
            <a:off x="186906" y="93453"/>
            <a:ext cx="7706264" cy="738664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s-ES" sz="2400" b="1">
                <a:solidFill>
                  <a:srgbClr val="FFFFFF"/>
                </a:solidFill>
                <a:latin typeface="Helvetica"/>
              </a:rPr>
              <a:t>Metodología - PESTEL</a:t>
            </a:r>
            <a:endParaRPr lang="es-ES" sz="2400" b="1">
              <a:solidFill>
                <a:srgbClr val="FFFFFF"/>
              </a:solidFill>
              <a:latin typeface="Helvetica"/>
              <a:cs typeface="Helvetica"/>
            </a:endParaRPr>
          </a:p>
          <a:p>
            <a:pPr algn="ctr"/>
            <a:endParaRPr lang="en-US"/>
          </a:p>
        </p:txBody>
      </p:sp>
      <p:pic>
        <p:nvPicPr>
          <p:cNvPr id="4" name="Picture 3" descr="A group of colorful rectangular boxes with text">
            <a:extLst>
              <a:ext uri="{FF2B5EF4-FFF2-40B4-BE49-F238E27FC236}">
                <a16:creationId xmlns:a16="http://schemas.microsoft.com/office/drawing/2014/main" id="{3F0E59F5-B78C-A723-A876-D7F0FBAB18E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3849" y="804875"/>
            <a:ext cx="8065698" cy="57658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5700494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7422208-2C32-3A3C-9291-FDF7BE6D95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agen 6">
            <a:extLst>
              <a:ext uri="{FF2B5EF4-FFF2-40B4-BE49-F238E27FC236}">
                <a16:creationId xmlns:a16="http://schemas.microsoft.com/office/drawing/2014/main" id="{8E19A244-7E8E-8E13-71C7-5790D1D5847F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153" t="20538" r="153" b="51651"/>
          <a:stretch/>
        </p:blipFill>
        <p:spPr>
          <a:xfrm>
            <a:off x="-14013" y="1"/>
            <a:ext cx="9172026" cy="802886"/>
          </a:xfrm>
          <a:prstGeom prst="rect">
            <a:avLst/>
          </a:prstGeom>
        </p:spPr>
      </p:pic>
      <p:pic>
        <p:nvPicPr>
          <p:cNvPr id="2" name="Imagen 1">
            <a:extLst>
              <a:ext uri="{FF2B5EF4-FFF2-40B4-BE49-F238E27FC236}">
                <a16:creationId xmlns:a16="http://schemas.microsoft.com/office/drawing/2014/main" id="{F0001847-3C86-1F56-859C-216E3122D91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16024" y="89553"/>
            <a:ext cx="719254" cy="600029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A7270BFF-EC2D-A824-34D4-100B58114DFF}"/>
              </a:ext>
            </a:extLst>
          </p:cNvPr>
          <p:cNvSpPr txBox="1"/>
          <p:nvPr/>
        </p:nvSpPr>
        <p:spPr>
          <a:xfrm>
            <a:off x="186906" y="93453"/>
            <a:ext cx="7706264" cy="738664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s-ES" sz="2400" b="1">
                <a:solidFill>
                  <a:srgbClr val="FFFFFF"/>
                </a:solidFill>
                <a:latin typeface="Helvetica"/>
              </a:rPr>
              <a:t>Metodología - PORTER</a:t>
            </a:r>
            <a:endParaRPr lang="es-ES" sz="2400" b="1">
              <a:solidFill>
                <a:srgbClr val="FFFFFF"/>
              </a:solidFill>
              <a:latin typeface="Helvetica"/>
              <a:cs typeface="Helvetica"/>
            </a:endParaRPr>
          </a:p>
          <a:p>
            <a:pPr algn="ctr"/>
            <a:endParaRPr lang="en-US"/>
          </a:p>
        </p:txBody>
      </p:sp>
      <p:pic>
        <p:nvPicPr>
          <p:cNvPr id="5" name="Picture 4" descr="A diagram of a company&#10;&#10;AI-generated content may be incorrect.">
            <a:extLst>
              <a:ext uri="{FF2B5EF4-FFF2-40B4-BE49-F238E27FC236}">
                <a16:creationId xmlns:a16="http://schemas.microsoft.com/office/drawing/2014/main" id="{FA2BE0C8-EDED-3408-DA49-46E7890A9F6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40628" y="957281"/>
            <a:ext cx="8661393" cy="57652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7358774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2483761-C1FF-4CA7-7493-397F6786AB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agen 6">
            <a:extLst>
              <a:ext uri="{FF2B5EF4-FFF2-40B4-BE49-F238E27FC236}">
                <a16:creationId xmlns:a16="http://schemas.microsoft.com/office/drawing/2014/main" id="{49A24D6A-A997-4276-E78B-D979C1BF1C94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153" t="20538" r="153" b="51651"/>
          <a:stretch/>
        </p:blipFill>
        <p:spPr>
          <a:xfrm>
            <a:off x="-14013" y="1"/>
            <a:ext cx="9172026" cy="802886"/>
          </a:xfrm>
          <a:prstGeom prst="rect">
            <a:avLst/>
          </a:prstGeom>
        </p:spPr>
      </p:pic>
      <p:pic>
        <p:nvPicPr>
          <p:cNvPr id="2" name="Imagen 1">
            <a:extLst>
              <a:ext uri="{FF2B5EF4-FFF2-40B4-BE49-F238E27FC236}">
                <a16:creationId xmlns:a16="http://schemas.microsoft.com/office/drawing/2014/main" id="{7E4DFCA9-0845-CF39-D400-F7B719ED38E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16024" y="89553"/>
            <a:ext cx="719254" cy="600029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E8824E2E-D7E4-3C75-964D-922E77306C0C}"/>
              </a:ext>
            </a:extLst>
          </p:cNvPr>
          <p:cNvSpPr txBox="1"/>
          <p:nvPr/>
        </p:nvSpPr>
        <p:spPr>
          <a:xfrm>
            <a:off x="186906" y="93453"/>
            <a:ext cx="7706264" cy="738664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s-ES" sz="2400" b="1">
                <a:solidFill>
                  <a:srgbClr val="FFFFFF"/>
                </a:solidFill>
                <a:latin typeface="Helvetica"/>
              </a:rPr>
              <a:t>Metodología - Cadena de Valor</a:t>
            </a:r>
            <a:endParaRPr lang="es-ES" sz="2400" b="1">
              <a:solidFill>
                <a:srgbClr val="FFFFFF"/>
              </a:solidFill>
              <a:latin typeface="Helvetica"/>
              <a:cs typeface="Helvetica"/>
            </a:endParaRPr>
          </a:p>
          <a:p>
            <a:pPr algn="ctr"/>
            <a:endParaRPr lang="en-US"/>
          </a:p>
        </p:txBody>
      </p:sp>
      <p:pic>
        <p:nvPicPr>
          <p:cNvPr id="4" name="Picture 3" descr="A screenshot of a website&#10;&#10;AI-generated content may be incorrect.">
            <a:extLst>
              <a:ext uri="{FF2B5EF4-FFF2-40B4-BE49-F238E27FC236}">
                <a16:creationId xmlns:a16="http://schemas.microsoft.com/office/drawing/2014/main" id="{5975E1D6-39AB-37F7-12EB-DA6DA61308B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-4172" y="961009"/>
            <a:ext cx="9144000" cy="58877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5980033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93770C8-4761-4C92-C332-C57D7A2304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agen 6">
            <a:extLst>
              <a:ext uri="{FF2B5EF4-FFF2-40B4-BE49-F238E27FC236}">
                <a16:creationId xmlns:a16="http://schemas.microsoft.com/office/drawing/2014/main" id="{C1042140-D328-C37E-E31B-273B1E114B06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153" t="20538" r="153" b="51651"/>
          <a:stretch/>
        </p:blipFill>
        <p:spPr>
          <a:xfrm>
            <a:off x="-14013" y="1"/>
            <a:ext cx="9172026" cy="802886"/>
          </a:xfrm>
          <a:prstGeom prst="rect">
            <a:avLst/>
          </a:prstGeom>
        </p:spPr>
      </p:pic>
      <p:pic>
        <p:nvPicPr>
          <p:cNvPr id="2" name="Imagen 1">
            <a:extLst>
              <a:ext uri="{FF2B5EF4-FFF2-40B4-BE49-F238E27FC236}">
                <a16:creationId xmlns:a16="http://schemas.microsoft.com/office/drawing/2014/main" id="{C0591631-0EA4-3FAD-5F9F-5AA6B43E5DB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16024" y="89553"/>
            <a:ext cx="719254" cy="600029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C668FAAD-7799-82A4-2F76-49ADE37C0C66}"/>
              </a:ext>
            </a:extLst>
          </p:cNvPr>
          <p:cNvSpPr txBox="1"/>
          <p:nvPr/>
        </p:nvSpPr>
        <p:spPr>
          <a:xfrm>
            <a:off x="186906" y="93453"/>
            <a:ext cx="7706264" cy="738664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s-ES" sz="2400" b="1">
                <a:solidFill>
                  <a:srgbClr val="FFFFFF"/>
                </a:solidFill>
                <a:latin typeface="Helvetica"/>
              </a:rPr>
              <a:t>Metodología - FODA</a:t>
            </a:r>
            <a:endParaRPr lang="es-ES" sz="2400" b="1">
              <a:solidFill>
                <a:srgbClr val="FFFFFF"/>
              </a:solidFill>
              <a:latin typeface="Helvetica"/>
              <a:cs typeface="Helvetica"/>
            </a:endParaRPr>
          </a:p>
          <a:p>
            <a:pPr algn="ctr"/>
            <a:endParaRPr lang="en-US"/>
          </a:p>
        </p:txBody>
      </p:sp>
      <p:pic>
        <p:nvPicPr>
          <p:cNvPr id="5" name="Picture 4" descr="A group of colorful rectangular boxes with text">
            <a:extLst>
              <a:ext uri="{FF2B5EF4-FFF2-40B4-BE49-F238E27FC236}">
                <a16:creationId xmlns:a16="http://schemas.microsoft.com/office/drawing/2014/main" id="{180BE274-2540-A377-DBBE-8703AD1F7FE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627049"/>
            <a:ext cx="9144000" cy="56039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4601445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ED63648-A49C-9FEB-3A58-D87BFB3631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agen 6">
            <a:extLst>
              <a:ext uri="{FF2B5EF4-FFF2-40B4-BE49-F238E27FC236}">
                <a16:creationId xmlns:a16="http://schemas.microsoft.com/office/drawing/2014/main" id="{C45F075C-E13C-7E1F-F017-3BA28F9CB3FF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153" t="20538" r="153" b="51651"/>
          <a:stretch/>
        </p:blipFill>
        <p:spPr>
          <a:xfrm>
            <a:off x="-14013" y="1"/>
            <a:ext cx="9172026" cy="802886"/>
          </a:xfrm>
          <a:prstGeom prst="rect">
            <a:avLst/>
          </a:prstGeom>
        </p:spPr>
      </p:pic>
      <p:pic>
        <p:nvPicPr>
          <p:cNvPr id="2" name="Imagen 1">
            <a:extLst>
              <a:ext uri="{FF2B5EF4-FFF2-40B4-BE49-F238E27FC236}">
                <a16:creationId xmlns:a16="http://schemas.microsoft.com/office/drawing/2014/main" id="{E3D90E17-24A8-057A-02B1-E9B5D6F4FEA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16024" y="89553"/>
            <a:ext cx="719254" cy="600029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F76F1415-FB40-BC53-8309-653CFBADD415}"/>
              </a:ext>
            </a:extLst>
          </p:cNvPr>
          <p:cNvSpPr txBox="1"/>
          <p:nvPr/>
        </p:nvSpPr>
        <p:spPr>
          <a:xfrm>
            <a:off x="186906" y="93453"/>
            <a:ext cx="7706264" cy="738664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s-ES" sz="2400" b="1">
                <a:solidFill>
                  <a:srgbClr val="FFFFFF"/>
                </a:solidFill>
                <a:latin typeface="Helvetica"/>
              </a:rPr>
              <a:t>Metodología - Ishikawa</a:t>
            </a:r>
            <a:endParaRPr lang="es-ES" sz="2400" b="1">
              <a:solidFill>
                <a:srgbClr val="FFFFFF"/>
              </a:solidFill>
              <a:latin typeface="Helvetica"/>
              <a:cs typeface="Helvetica"/>
            </a:endParaRPr>
          </a:p>
          <a:p>
            <a:pPr algn="ctr"/>
            <a:endParaRPr lang="en-US"/>
          </a:p>
        </p:txBody>
      </p:sp>
      <p:pic>
        <p:nvPicPr>
          <p:cNvPr id="4" name="Picture 3" descr="A diagram of a company&#10;&#10;AI-generated content may be incorrect.">
            <a:extLst>
              <a:ext uri="{FF2B5EF4-FFF2-40B4-BE49-F238E27FC236}">
                <a16:creationId xmlns:a16="http://schemas.microsoft.com/office/drawing/2014/main" id="{4EA44078-C989-ECAA-2E40-BCB8652393B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-10783" y="810766"/>
            <a:ext cx="9165566" cy="60559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3064274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3048C96-306D-09DE-7369-8AB55AFE6E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agen 6">
            <a:extLst>
              <a:ext uri="{FF2B5EF4-FFF2-40B4-BE49-F238E27FC236}">
                <a16:creationId xmlns:a16="http://schemas.microsoft.com/office/drawing/2014/main" id="{377C5D46-8FCC-1B01-2253-74DD9094BFE2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153" t="20538" r="153" b="51651"/>
          <a:stretch/>
        </p:blipFill>
        <p:spPr>
          <a:xfrm>
            <a:off x="-14013" y="1"/>
            <a:ext cx="9172026" cy="802886"/>
          </a:xfrm>
          <a:prstGeom prst="rect">
            <a:avLst/>
          </a:prstGeom>
        </p:spPr>
      </p:pic>
      <p:pic>
        <p:nvPicPr>
          <p:cNvPr id="2" name="Imagen 1">
            <a:extLst>
              <a:ext uri="{FF2B5EF4-FFF2-40B4-BE49-F238E27FC236}">
                <a16:creationId xmlns:a16="http://schemas.microsoft.com/office/drawing/2014/main" id="{6F9C8E1A-DF70-0F80-9F65-1013DA0C6DE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16024" y="89553"/>
            <a:ext cx="719254" cy="600029"/>
          </a:xfrm>
          <a:prstGeom prst="rect">
            <a:avLst/>
          </a:prstGeom>
        </p:spPr>
      </p:pic>
      <p:sp>
        <p:nvSpPr>
          <p:cNvPr id="17" name="CuadroTexto 16">
            <a:extLst>
              <a:ext uri="{FF2B5EF4-FFF2-40B4-BE49-F238E27FC236}">
                <a16:creationId xmlns:a16="http://schemas.microsoft.com/office/drawing/2014/main" id="{4D6A50EF-C20A-A21E-58F6-FEA3B5038126}"/>
              </a:ext>
            </a:extLst>
          </p:cNvPr>
          <p:cNvSpPr txBox="1"/>
          <p:nvPr/>
        </p:nvSpPr>
        <p:spPr>
          <a:xfrm>
            <a:off x="108721" y="89553"/>
            <a:ext cx="7804355" cy="461665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>
              <a:defRPr/>
            </a:pPr>
            <a:r>
              <a:rPr lang="es-ES_tradnl" sz="2400" b="1">
                <a:solidFill>
                  <a:prstClr val="white"/>
                </a:solidFill>
                <a:latin typeface="Helvetica"/>
                <a:ea typeface="Gungsuh"/>
              </a:rPr>
              <a:t>Definiciones del sistema </a:t>
            </a:r>
            <a:endParaRPr lang="en-US">
              <a:solidFill>
                <a:prstClr val="white"/>
              </a:solidFill>
            </a:endParaRPr>
          </a:p>
        </p:txBody>
      </p:sp>
      <p:pic>
        <p:nvPicPr>
          <p:cNvPr id="3" name="Picture 2" descr="A screenshot of a computer program&#10;&#10;AI-generated content may be incorrect.">
            <a:extLst>
              <a:ext uri="{FF2B5EF4-FFF2-40B4-BE49-F238E27FC236}">
                <a16:creationId xmlns:a16="http://schemas.microsoft.com/office/drawing/2014/main" id="{FDB817E0-6FC2-7E3D-833D-557BD14945E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-10391" y="805108"/>
            <a:ext cx="9144000" cy="58712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023244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8A5FD12-CCEA-238F-4DEE-0663822108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agen 6">
            <a:extLst>
              <a:ext uri="{FF2B5EF4-FFF2-40B4-BE49-F238E27FC236}">
                <a16:creationId xmlns:a16="http://schemas.microsoft.com/office/drawing/2014/main" id="{21242105-73A6-34E3-4D84-8227684E1123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153" t="20538" r="153" b="51651"/>
          <a:stretch/>
        </p:blipFill>
        <p:spPr>
          <a:xfrm>
            <a:off x="-14013" y="1"/>
            <a:ext cx="9172026" cy="802886"/>
          </a:xfrm>
          <a:prstGeom prst="rect">
            <a:avLst/>
          </a:prstGeom>
        </p:spPr>
      </p:pic>
      <p:pic>
        <p:nvPicPr>
          <p:cNvPr id="2" name="Imagen 1">
            <a:extLst>
              <a:ext uri="{FF2B5EF4-FFF2-40B4-BE49-F238E27FC236}">
                <a16:creationId xmlns:a16="http://schemas.microsoft.com/office/drawing/2014/main" id="{9F8FC063-89DC-2261-D762-5784D6DB44A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16024" y="89553"/>
            <a:ext cx="719254" cy="600029"/>
          </a:xfrm>
          <a:prstGeom prst="rect">
            <a:avLst/>
          </a:prstGeom>
        </p:spPr>
      </p:pic>
      <p:sp>
        <p:nvSpPr>
          <p:cNvPr id="17" name="CuadroTexto 16">
            <a:extLst>
              <a:ext uri="{FF2B5EF4-FFF2-40B4-BE49-F238E27FC236}">
                <a16:creationId xmlns:a16="http://schemas.microsoft.com/office/drawing/2014/main" id="{49C4C116-65CB-45D0-E68F-F63396FF9FFF}"/>
              </a:ext>
            </a:extLst>
          </p:cNvPr>
          <p:cNvSpPr txBox="1"/>
          <p:nvPr/>
        </p:nvSpPr>
        <p:spPr>
          <a:xfrm>
            <a:off x="108721" y="3289"/>
            <a:ext cx="8580732" cy="461665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>
              <a:defRPr/>
            </a:pPr>
            <a:r>
              <a:rPr lang="es-ES_tradnl" sz="2400" b="1">
                <a:solidFill>
                  <a:prstClr val="white"/>
                </a:solidFill>
                <a:latin typeface="Helvetica"/>
                <a:ea typeface="Gungsuh"/>
                <a:cs typeface="Gungsuh" charset="-127"/>
              </a:rPr>
              <a:t>Resumen de principales Requerimientos Funcionales </a:t>
            </a:r>
            <a:endParaRPr lang="es-ES_tradnl" sz="2400" b="1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Helvetica" pitchFamily="2" charset="0"/>
              <a:ea typeface="Gungsuh" charset="-127"/>
              <a:cs typeface="Gungsuh" charset="-127"/>
            </a:endParaRP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7E46C5DD-D475-1EBF-DF59-381DE3BE2CF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05170921"/>
              </p:ext>
            </p:extLst>
          </p:nvPr>
        </p:nvGraphicFramePr>
        <p:xfrm>
          <a:off x="530006" y="1286738"/>
          <a:ext cx="8372980" cy="4663440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2056324">
                  <a:extLst>
                    <a:ext uri="{9D8B030D-6E8A-4147-A177-3AD203B41FA5}">
                      <a16:colId xmlns:a16="http://schemas.microsoft.com/office/drawing/2014/main" val="4246738144"/>
                    </a:ext>
                  </a:extLst>
                </a:gridCol>
                <a:gridCol w="6316656">
                  <a:extLst>
                    <a:ext uri="{9D8B030D-6E8A-4147-A177-3AD203B41FA5}">
                      <a16:colId xmlns:a16="http://schemas.microsoft.com/office/drawing/2014/main" val="3774698496"/>
                    </a:ext>
                  </a:extLst>
                </a:gridCol>
              </a:tblGrid>
              <a:tr h="36521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>
                          <a:solidFill>
                            <a:schemeClr val="accent1">
                              <a:lumMod val="49000"/>
                            </a:schemeClr>
                          </a:solidFill>
                        </a:rPr>
                        <a:t>Categoría</a:t>
                      </a:r>
                    </a:p>
                  </a:txBody>
                  <a:tcPr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>
                          <a:solidFill>
                            <a:schemeClr val="accent1">
                              <a:lumMod val="49000"/>
                            </a:schemeClr>
                          </a:solidFill>
                        </a:rPr>
                        <a:t>RF</a:t>
                      </a:r>
                      <a:endParaRPr lang="en-US" b="1" err="1">
                        <a:solidFill>
                          <a:schemeClr val="accent1">
                            <a:lumMod val="49000"/>
                          </a:schemeClr>
                        </a:solidFill>
                      </a:endParaRPr>
                    </a:p>
                  </a:txBody>
                  <a:tcPr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9162539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Formulario</a:t>
                      </a:r>
                    </a:p>
                  </a:txBody>
                  <a:tcPr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vl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US" sz="1800" b="0" i="0" u="none" strike="noStrike" noProof="0">
                          <a:latin typeface="Calibri"/>
                          <a:ea typeface="Calibri"/>
                          <a:cs typeface="Calibri"/>
                        </a:rPr>
                        <a:t>El sistema debe permitir al Visitante ingresar datos en el Formulario de Contacto utilizando exclusivamente los campos definidos: Nombre, Apellido, Email, Mensaje, Fecha y Adjunto. </a:t>
                      </a:r>
                      <a:endParaRPr lang="en-US"/>
                    </a:p>
                    <a:p>
                      <a:pPr lvl="0">
                        <a:buNone/>
                      </a:pPr>
                      <a:r>
                        <a:rPr lang="es-US" sz="1200" b="0" i="1" u="none" strike="noStrike" noProof="0">
                          <a:solidFill>
                            <a:srgbClr val="747474"/>
                          </a:solidFill>
                          <a:latin typeface="Times New Roman"/>
                          <a:cs typeface="Times New Roman"/>
                        </a:rPr>
                        <a:t>Ver Ejemplo en</a:t>
                      </a:r>
                      <a:r>
                        <a:rPr lang="es-US" sz="1200" b="1" i="1" u="none" strike="noStrike" noProof="0">
                          <a:solidFill>
                            <a:srgbClr val="747474"/>
                          </a:solidFill>
                          <a:latin typeface="Times New Roman"/>
                          <a:cs typeface="Times New Roman"/>
                        </a:rPr>
                        <a:t> Anexo 1, Figura 14.1.2:</a:t>
                      </a:r>
                      <a:r>
                        <a:rPr lang="es-US" sz="1200" b="0" i="1" u="none" strike="noStrike" noProof="0">
                          <a:solidFill>
                            <a:srgbClr val="747474"/>
                          </a:solidFill>
                          <a:latin typeface="Times New Roman"/>
                          <a:cs typeface="Times New Roman"/>
                        </a:rPr>
                        <a:t> “Formulario de contacto”</a:t>
                      </a:r>
                      <a:endParaRPr lang="en-US"/>
                    </a:p>
                  </a:txBody>
                  <a:tcPr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2373262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Navegación</a:t>
                      </a:r>
                    </a:p>
                  </a:txBody>
                  <a:tcPr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vl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US" sz="1800" b="0" i="0" u="none" strike="noStrike" noProof="0"/>
                        <a:t>El sistema debe permitir al Visitante explorar la ubicación geográfica de los proyectos para visualizarlos en un Mapa Interactivo, Después de ejecutar una acción de filtrado de proyectos. </a:t>
                      </a:r>
                      <a:r>
                        <a:rPr lang="es-US" sz="1200" b="0" i="1" u="none" strike="noStrike" noProof="0">
                          <a:solidFill>
                            <a:srgbClr val="747474"/>
                          </a:solidFill>
                          <a:latin typeface="Times New Roman"/>
                          <a:ea typeface="Calibri"/>
                          <a:cs typeface="Times New Roman"/>
                        </a:rPr>
                        <a:t>Ver Ejemplo en</a:t>
                      </a:r>
                      <a:r>
                        <a:rPr lang="es-US" sz="1200" b="1" i="1" u="none" strike="noStrike" noProof="0">
                          <a:solidFill>
                            <a:srgbClr val="747474"/>
                          </a:solidFill>
                          <a:latin typeface="Times New Roman"/>
                          <a:ea typeface="Calibri"/>
                          <a:cs typeface="Times New Roman"/>
                        </a:rPr>
                        <a:t> Anexo 1, Figura 14.1.12:</a:t>
                      </a:r>
                      <a:r>
                        <a:rPr lang="es-US" sz="1200" b="0" i="1" u="none" strike="noStrike" noProof="0">
                          <a:solidFill>
                            <a:srgbClr val="747474"/>
                          </a:solidFill>
                          <a:latin typeface="Times New Roman"/>
                          <a:ea typeface="Calibri"/>
                          <a:cs typeface="Times New Roman"/>
                        </a:rPr>
                        <a:t> “Proyectos: Mapa interactivo”</a:t>
                      </a:r>
                      <a:endParaRPr lang="es-US"/>
                    </a:p>
                  </a:txBody>
                  <a:tcPr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9098141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err="1"/>
                        <a:t>Gestión</a:t>
                      </a:r>
                      <a:r>
                        <a:rPr lang="en-US"/>
                        <a:t> de </a:t>
                      </a:r>
                      <a:r>
                        <a:rPr lang="en-US" err="1"/>
                        <a:t>Consultas</a:t>
                      </a:r>
                    </a:p>
                  </a:txBody>
                  <a:tcPr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vl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US" sz="1800" b="0" i="0" u="none" strike="noStrike" noProof="0">
                          <a:latin typeface="Calibri"/>
                          <a:ea typeface="Calibri"/>
                          <a:cs typeface="Calibri"/>
                        </a:rPr>
                        <a:t>El sistema debe permitir al Personal de Administración navegar por el historial de Consultas en el Módulo comercial utilizando un sistema de Paginación en bloques de 10 registros. </a:t>
                      </a:r>
                      <a:endParaRPr lang="en-US"/>
                    </a:p>
                    <a:p>
                      <a:pPr lvl="0">
                        <a:buNone/>
                      </a:pPr>
                      <a:r>
                        <a:rPr lang="es-US" sz="1200" b="0" i="1" u="none" strike="noStrike" noProof="0">
                          <a:solidFill>
                            <a:srgbClr val="747474"/>
                          </a:solidFill>
                          <a:latin typeface="Times New Roman"/>
                          <a:cs typeface="Times New Roman"/>
                        </a:rPr>
                        <a:t>Ver Ejemplo en</a:t>
                      </a:r>
                      <a:r>
                        <a:rPr lang="es-US" sz="1200" b="1" i="1" u="none" strike="noStrike" noProof="0">
                          <a:solidFill>
                            <a:srgbClr val="747474"/>
                          </a:solidFill>
                          <a:latin typeface="Times New Roman"/>
                          <a:cs typeface="Times New Roman"/>
                        </a:rPr>
                        <a:t> Anexo 1, Figura 14.1.17:</a:t>
                      </a:r>
                      <a:r>
                        <a:rPr lang="es-US" sz="1200" b="0" i="1" u="none" strike="noStrike" noProof="0">
                          <a:solidFill>
                            <a:srgbClr val="747474"/>
                          </a:solidFill>
                          <a:latin typeface="Times New Roman"/>
                          <a:cs typeface="Times New Roman"/>
                        </a:rPr>
                        <a:t> “Administrador: Vista De Consultas”</a:t>
                      </a:r>
                      <a:endParaRPr lang="en-US"/>
                    </a:p>
                  </a:txBody>
                  <a:tcPr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1063848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err="1"/>
                        <a:t>Gestión</a:t>
                      </a:r>
                      <a:r>
                        <a:rPr lang="en-US"/>
                        <a:t> de </a:t>
                      </a:r>
                      <a:r>
                        <a:rPr lang="en-US" err="1"/>
                        <a:t>Administradores</a:t>
                      </a:r>
                    </a:p>
                  </a:txBody>
                  <a:tcPr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vl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US" sz="1800" b="0" i="0" u="none" strike="noStrike" noProof="0">
                          <a:latin typeface="Calibri Light"/>
                          <a:ea typeface="Calibri Light"/>
                          <a:cs typeface="Calibri Light"/>
                        </a:rPr>
                        <a:t>El sistema debe permitir al Administrador jefe crear nuevas cuentas de Administrador mediante el ingreso de datos en el formulario de creación dentro del Módulo de Administración.</a:t>
                      </a:r>
                      <a:endParaRPr lang="en-US" sz="1800">
                        <a:latin typeface="Calibri Light"/>
                        <a:ea typeface="Calibri Light"/>
                        <a:cs typeface="Calibri Light"/>
                      </a:endParaRPr>
                    </a:p>
                  </a:txBody>
                  <a:tcPr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89269278"/>
                  </a:ext>
                </a:extLst>
              </a:tr>
            </a:tbl>
          </a:graphicData>
        </a:graphic>
      </p:graphicFrame>
      <p:sp>
        <p:nvSpPr>
          <p:cNvPr id="3" name="CuadroTexto 2">
            <a:extLst>
              <a:ext uri="{FF2B5EF4-FFF2-40B4-BE49-F238E27FC236}">
                <a16:creationId xmlns:a16="http://schemas.microsoft.com/office/drawing/2014/main" id="{80AFF56E-1DBA-3358-0F18-C85347D72F6E}"/>
              </a:ext>
            </a:extLst>
          </p:cNvPr>
          <p:cNvSpPr txBox="1"/>
          <p:nvPr/>
        </p:nvSpPr>
        <p:spPr>
          <a:xfrm>
            <a:off x="1769438" y="6179513"/>
            <a:ext cx="560512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i="1" dirty="0">
                <a:solidFill>
                  <a:schemeClr val="bg2">
                    <a:lumMod val="75000"/>
                  </a:schemeClr>
                </a:solidFill>
              </a:rPr>
              <a:t>Nota: Las </a:t>
            </a:r>
            <a:r>
              <a:rPr lang="en-US" sz="1400" i="1" dirty="0" err="1">
                <a:solidFill>
                  <a:schemeClr val="bg2">
                    <a:lumMod val="75000"/>
                  </a:schemeClr>
                </a:solidFill>
              </a:rPr>
              <a:t>figuras</a:t>
            </a:r>
            <a:r>
              <a:rPr lang="en-US" sz="1400" i="1" dirty="0">
                <a:solidFill>
                  <a:schemeClr val="bg2">
                    <a:lumMod val="75000"/>
                  </a:schemeClr>
                </a:solidFill>
              </a:rPr>
              <a:t> </a:t>
            </a:r>
            <a:r>
              <a:rPr lang="en-US" sz="1400" i="1" dirty="0" err="1">
                <a:solidFill>
                  <a:schemeClr val="bg2">
                    <a:lumMod val="75000"/>
                  </a:schemeClr>
                </a:solidFill>
              </a:rPr>
              <a:t>mencionadas</a:t>
            </a:r>
            <a:r>
              <a:rPr lang="en-US" sz="1400" i="1" dirty="0">
                <a:solidFill>
                  <a:schemeClr val="bg2">
                    <a:lumMod val="75000"/>
                  </a:schemeClr>
                </a:solidFill>
              </a:rPr>
              <a:t> se </a:t>
            </a:r>
            <a:r>
              <a:rPr lang="en-US" sz="1400" i="1" dirty="0" err="1">
                <a:solidFill>
                  <a:schemeClr val="bg2">
                    <a:lumMod val="75000"/>
                  </a:schemeClr>
                </a:solidFill>
              </a:rPr>
              <a:t>encuentran</a:t>
            </a:r>
            <a:r>
              <a:rPr lang="en-US" sz="1400" i="1" dirty="0">
                <a:solidFill>
                  <a:schemeClr val="bg2">
                    <a:lumMod val="75000"/>
                  </a:schemeClr>
                </a:solidFill>
              </a:rPr>
              <a:t> </a:t>
            </a:r>
            <a:r>
              <a:rPr lang="en-US" sz="1400" i="1" dirty="0" err="1">
                <a:solidFill>
                  <a:schemeClr val="bg2">
                    <a:lumMod val="75000"/>
                  </a:schemeClr>
                </a:solidFill>
              </a:rPr>
              <a:t>en</a:t>
            </a:r>
            <a:r>
              <a:rPr lang="en-US" sz="1400" i="1" dirty="0">
                <a:solidFill>
                  <a:schemeClr val="bg2">
                    <a:lumMod val="75000"/>
                  </a:schemeClr>
                </a:solidFill>
              </a:rPr>
              <a:t> </a:t>
            </a:r>
            <a:r>
              <a:rPr lang="en-US" sz="1400" i="1" dirty="0" err="1">
                <a:solidFill>
                  <a:schemeClr val="bg2">
                    <a:lumMod val="75000"/>
                  </a:schemeClr>
                </a:solidFill>
              </a:rPr>
              <a:t>el</a:t>
            </a:r>
            <a:r>
              <a:rPr lang="en-US" sz="1400" i="1" dirty="0">
                <a:solidFill>
                  <a:schemeClr val="bg2">
                    <a:lumMod val="75000"/>
                  </a:schemeClr>
                </a:solidFill>
              </a:rPr>
              <a:t> </a:t>
            </a:r>
            <a:r>
              <a:rPr lang="en-US" sz="1400" i="1" dirty="0" err="1">
                <a:solidFill>
                  <a:schemeClr val="bg2">
                    <a:lumMod val="75000"/>
                  </a:schemeClr>
                </a:solidFill>
              </a:rPr>
              <a:t>anexo</a:t>
            </a:r>
            <a:r>
              <a:rPr lang="en-US" sz="1400" i="1" dirty="0">
                <a:solidFill>
                  <a:schemeClr val="bg2">
                    <a:lumMod val="75000"/>
                  </a:schemeClr>
                </a:solidFill>
              </a:rPr>
              <a:t> del </a:t>
            </a:r>
            <a:r>
              <a:rPr lang="en-US" sz="1400" i="1" dirty="0" err="1">
                <a:solidFill>
                  <a:schemeClr val="bg2">
                    <a:lumMod val="75000"/>
                  </a:schemeClr>
                </a:solidFill>
              </a:rPr>
              <a:t>documento</a:t>
            </a:r>
            <a:r>
              <a:rPr lang="en-US" sz="1400" i="1" dirty="0">
                <a:solidFill>
                  <a:schemeClr val="bg2">
                    <a:lumMod val="75000"/>
                  </a:schemeClr>
                </a:solidFill>
              </a:rPr>
              <a:t> 0</a:t>
            </a:r>
            <a:endParaRPr lang="es-US" sz="1400" i="1" dirty="0">
              <a:solidFill>
                <a:schemeClr val="bg2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5390310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4FABDB0-9CCE-B1B6-7710-A76DA96B3A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agen 6">
            <a:extLst>
              <a:ext uri="{FF2B5EF4-FFF2-40B4-BE49-F238E27FC236}">
                <a16:creationId xmlns:a16="http://schemas.microsoft.com/office/drawing/2014/main" id="{00CBEC92-18D1-2FC7-4730-0E2D270E7A74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153" t="20538" r="153" b="51651"/>
          <a:stretch/>
        </p:blipFill>
        <p:spPr>
          <a:xfrm>
            <a:off x="-14013" y="1"/>
            <a:ext cx="9172026" cy="802886"/>
          </a:xfrm>
          <a:prstGeom prst="rect">
            <a:avLst/>
          </a:prstGeom>
        </p:spPr>
      </p:pic>
      <p:pic>
        <p:nvPicPr>
          <p:cNvPr id="2" name="Imagen 1">
            <a:extLst>
              <a:ext uri="{FF2B5EF4-FFF2-40B4-BE49-F238E27FC236}">
                <a16:creationId xmlns:a16="http://schemas.microsoft.com/office/drawing/2014/main" id="{192A3BCB-C9AF-E26F-FA74-370FC74EA11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16024" y="89553"/>
            <a:ext cx="719254" cy="600029"/>
          </a:xfrm>
          <a:prstGeom prst="rect">
            <a:avLst/>
          </a:prstGeom>
        </p:spPr>
      </p:pic>
      <p:sp>
        <p:nvSpPr>
          <p:cNvPr id="17" name="CuadroTexto 16">
            <a:extLst>
              <a:ext uri="{FF2B5EF4-FFF2-40B4-BE49-F238E27FC236}">
                <a16:creationId xmlns:a16="http://schemas.microsoft.com/office/drawing/2014/main" id="{114E3006-C8ED-BAEF-2273-33E3A40500C8}"/>
              </a:ext>
            </a:extLst>
          </p:cNvPr>
          <p:cNvSpPr txBox="1"/>
          <p:nvPr/>
        </p:nvSpPr>
        <p:spPr>
          <a:xfrm>
            <a:off x="108721" y="89553"/>
            <a:ext cx="7804355" cy="461665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>
              <a:defRPr/>
            </a:pPr>
            <a:r>
              <a:rPr lang="es-ES_tradnl" sz="2400" b="1">
                <a:solidFill>
                  <a:prstClr val="white"/>
                </a:solidFill>
                <a:latin typeface="Helvetica"/>
                <a:ea typeface="Gungsuh"/>
                <a:cs typeface="Gungsuh" charset="-127"/>
              </a:rPr>
              <a:t>Resumen de Requerimientos no Funcionales </a:t>
            </a:r>
            <a:endParaRPr lang="es-ES_tradnl" sz="2400" b="1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Helvetica" pitchFamily="2" charset="0"/>
              <a:ea typeface="Gungsuh" charset="-127"/>
              <a:cs typeface="Gungsuh" charset="-127"/>
            </a:endParaRPr>
          </a:p>
        </p:txBody>
      </p:sp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4DC2236A-BF52-81C9-F00B-4A129166828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11248302"/>
              </p:ext>
            </p:extLst>
          </p:nvPr>
        </p:nvGraphicFramePr>
        <p:xfrm>
          <a:off x="419325" y="1322634"/>
          <a:ext cx="8305348" cy="4846320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4152674">
                  <a:extLst>
                    <a:ext uri="{9D8B030D-6E8A-4147-A177-3AD203B41FA5}">
                      <a16:colId xmlns:a16="http://schemas.microsoft.com/office/drawing/2014/main" val="3997870990"/>
                    </a:ext>
                  </a:extLst>
                </a:gridCol>
                <a:gridCol w="4152674">
                  <a:extLst>
                    <a:ext uri="{9D8B030D-6E8A-4147-A177-3AD203B41FA5}">
                      <a16:colId xmlns:a16="http://schemas.microsoft.com/office/drawing/2014/main" val="4092685326"/>
                    </a:ext>
                  </a:extLst>
                </a:gridCol>
              </a:tblGrid>
              <a:tr h="36521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 err="1">
                          <a:solidFill>
                            <a:schemeClr val="accent1">
                              <a:lumMod val="49000"/>
                            </a:schemeClr>
                          </a:solidFill>
                        </a:rPr>
                        <a:t>Categoría</a:t>
                      </a:r>
                    </a:p>
                  </a:txBody>
                  <a:tcPr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 err="1">
                          <a:solidFill>
                            <a:schemeClr val="accent1">
                              <a:lumMod val="49000"/>
                            </a:schemeClr>
                          </a:solidFill>
                        </a:rPr>
                        <a:t>Restricción</a:t>
                      </a:r>
                      <a:r>
                        <a:rPr lang="en-US" b="1">
                          <a:solidFill>
                            <a:schemeClr val="accent1">
                              <a:lumMod val="49000"/>
                            </a:schemeClr>
                          </a:solidFill>
                        </a:rPr>
                        <a:t> </a:t>
                      </a:r>
                    </a:p>
                  </a:txBody>
                  <a:tcPr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9435457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err="1"/>
                        <a:t>Seguridad</a:t>
                      </a:r>
                    </a:p>
                  </a:txBody>
                  <a:tcPr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err="1"/>
                        <a:t>Contraseñas</a:t>
                      </a:r>
                      <a:r>
                        <a:rPr lang="en-US"/>
                        <a:t> </a:t>
                      </a:r>
                      <a:r>
                        <a:rPr lang="en-US" err="1"/>
                        <a:t>seguras</a:t>
                      </a:r>
                      <a:r>
                        <a:rPr lang="en-US"/>
                        <a:t>, hash, control de </a:t>
                      </a:r>
                      <a:r>
                        <a:rPr lang="en-US" err="1"/>
                        <a:t>acceso</a:t>
                      </a:r>
                    </a:p>
                  </a:txBody>
                  <a:tcPr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1729279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err="1"/>
                        <a:t>Sesión</a:t>
                      </a:r>
                    </a:p>
                  </a:txBody>
                  <a:tcPr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err="1"/>
                        <a:t>Manejo</a:t>
                      </a:r>
                      <a:r>
                        <a:rPr lang="en-US"/>
                        <a:t> de tokens y </a:t>
                      </a:r>
                      <a:r>
                        <a:rPr lang="en-US" err="1"/>
                        <a:t>expiración</a:t>
                      </a:r>
                      <a:r>
                        <a:rPr lang="en-US"/>
                        <a:t> </a:t>
                      </a:r>
                      <a:r>
                        <a:rPr lang="en-US" err="1"/>
                        <a:t>automática</a:t>
                      </a:r>
                    </a:p>
                  </a:txBody>
                  <a:tcPr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3426060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err="1"/>
                        <a:t>Validación</a:t>
                      </a:r>
                    </a:p>
                  </a:txBody>
                  <a:tcPr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err="1"/>
                        <a:t>Sanitización</a:t>
                      </a:r>
                      <a:r>
                        <a:rPr lang="en-US"/>
                        <a:t> y </a:t>
                      </a:r>
                      <a:r>
                        <a:rPr lang="en-US" err="1"/>
                        <a:t>verificación</a:t>
                      </a:r>
                      <a:r>
                        <a:rPr lang="en-US"/>
                        <a:t> de </a:t>
                      </a:r>
                      <a:r>
                        <a:rPr lang="en-US" err="1"/>
                        <a:t>datos</a:t>
                      </a:r>
                    </a:p>
                  </a:txBody>
                  <a:tcPr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4454630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err="1"/>
                        <a:t>Archivos</a:t>
                      </a:r>
                    </a:p>
                  </a:txBody>
                  <a:tcPr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err="1"/>
                        <a:t>Restricción</a:t>
                      </a:r>
                      <a:r>
                        <a:rPr lang="en-US"/>
                        <a:t> de </a:t>
                      </a:r>
                      <a:r>
                        <a:rPr lang="en-US" err="1"/>
                        <a:t>formato</a:t>
                      </a:r>
                      <a:r>
                        <a:rPr lang="en-US"/>
                        <a:t> PDF </a:t>
                      </a:r>
                      <a:r>
                        <a:rPr lang="en-US" err="1"/>
                        <a:t>estándar</a:t>
                      </a:r>
                    </a:p>
                  </a:txBody>
                  <a:tcPr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6569206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err="1"/>
                        <a:t>Rendimiento</a:t>
                      </a:r>
                    </a:p>
                  </a:txBody>
                  <a:tcPr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Tiempo de </a:t>
                      </a:r>
                      <a:r>
                        <a:rPr lang="en-US" err="1"/>
                        <a:t>respuesta</a:t>
                      </a:r>
                      <a:r>
                        <a:rPr lang="en-US"/>
                        <a:t> ≤ 2–3 </a:t>
                      </a:r>
                      <a:r>
                        <a:rPr lang="en-US" err="1"/>
                        <a:t>segundos</a:t>
                      </a:r>
                    </a:p>
                  </a:txBody>
                  <a:tcPr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4934164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err="1"/>
                        <a:t>Disponibilidad</a:t>
                      </a:r>
                    </a:p>
                  </a:txBody>
                  <a:tcPr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99.5% uptime </a:t>
                      </a:r>
                      <a:r>
                        <a:rPr lang="en-US" err="1"/>
                        <a:t>mensual</a:t>
                      </a:r>
                    </a:p>
                  </a:txBody>
                  <a:tcPr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9403952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err="1"/>
                        <a:t>Compatibilidad</a:t>
                      </a:r>
                    </a:p>
                  </a:txBody>
                  <a:tcPr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err="1"/>
                        <a:t>Navegadores</a:t>
                      </a:r>
                      <a:r>
                        <a:rPr lang="en-US"/>
                        <a:t> </a:t>
                      </a:r>
                      <a:r>
                        <a:rPr lang="en-US" err="1"/>
                        <a:t>modernos</a:t>
                      </a:r>
                      <a:r>
                        <a:rPr lang="en-US"/>
                        <a:t> y </a:t>
                      </a:r>
                      <a:r>
                        <a:rPr lang="en-US" err="1"/>
                        <a:t>diseño</a:t>
                      </a:r>
                      <a:r>
                        <a:rPr lang="en-US"/>
                        <a:t> responsive</a:t>
                      </a:r>
                    </a:p>
                  </a:txBody>
                  <a:tcPr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870085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err="1"/>
                        <a:t>Persistencia</a:t>
                      </a:r>
                    </a:p>
                  </a:txBody>
                  <a:tcPr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err="1"/>
                        <a:t>Almacenamiento</a:t>
                      </a:r>
                      <a:r>
                        <a:rPr lang="en-US"/>
                        <a:t> </a:t>
                      </a:r>
                      <a:r>
                        <a:rPr lang="en-US" err="1"/>
                        <a:t>seguro</a:t>
                      </a:r>
                      <a:r>
                        <a:rPr lang="en-US"/>
                        <a:t> </a:t>
                      </a:r>
                      <a:r>
                        <a:rPr lang="en-US" err="1"/>
                        <a:t>en</a:t>
                      </a:r>
                      <a:r>
                        <a:rPr lang="en-US"/>
                        <a:t> base de </a:t>
                      </a:r>
                      <a:r>
                        <a:rPr lang="en-US" err="1"/>
                        <a:t>datos</a:t>
                      </a:r>
                    </a:p>
                  </a:txBody>
                  <a:tcPr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7078427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err="1"/>
                        <a:t>Respaldo</a:t>
                      </a:r>
                    </a:p>
                  </a:txBody>
                  <a:tcPr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Backups </a:t>
                      </a:r>
                      <a:r>
                        <a:rPr lang="en-US" err="1"/>
                        <a:t>cada</a:t>
                      </a:r>
                      <a:r>
                        <a:rPr lang="en-US"/>
                        <a:t> 24 horas</a:t>
                      </a:r>
                    </a:p>
                  </a:txBody>
                  <a:tcPr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4772281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err="1"/>
                        <a:t>Escalabilidad</a:t>
                      </a:r>
                    </a:p>
                  </a:txBody>
                  <a:tcPr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err="1"/>
                        <a:t>Soporte</a:t>
                      </a:r>
                      <a:r>
                        <a:rPr lang="en-US"/>
                        <a:t> </a:t>
                      </a:r>
                      <a:r>
                        <a:rPr lang="en-US" err="1"/>
                        <a:t>mínimo</a:t>
                      </a:r>
                      <a:r>
                        <a:rPr lang="en-US"/>
                        <a:t> de 100 </a:t>
                      </a:r>
                      <a:r>
                        <a:rPr lang="en-US" err="1"/>
                        <a:t>usuarios</a:t>
                      </a:r>
                      <a:r>
                        <a:rPr lang="en-US"/>
                        <a:t> </a:t>
                      </a:r>
                      <a:r>
                        <a:rPr lang="en-US" err="1"/>
                        <a:t>concurrentes</a:t>
                      </a:r>
                    </a:p>
                  </a:txBody>
                  <a:tcPr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372485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33971881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873E0F8-B90A-DC18-871B-ACB41F5269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agen 6">
            <a:extLst>
              <a:ext uri="{FF2B5EF4-FFF2-40B4-BE49-F238E27FC236}">
                <a16:creationId xmlns:a16="http://schemas.microsoft.com/office/drawing/2014/main" id="{77040AC3-B941-C0DD-0852-DAE4AF992D8D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153" t="20538" r="153" b="51651"/>
          <a:stretch/>
        </p:blipFill>
        <p:spPr>
          <a:xfrm>
            <a:off x="-14013" y="1"/>
            <a:ext cx="9172026" cy="802886"/>
          </a:xfrm>
          <a:prstGeom prst="rect">
            <a:avLst/>
          </a:prstGeom>
        </p:spPr>
      </p:pic>
      <p:pic>
        <p:nvPicPr>
          <p:cNvPr id="2" name="Imagen 1">
            <a:extLst>
              <a:ext uri="{FF2B5EF4-FFF2-40B4-BE49-F238E27FC236}">
                <a16:creationId xmlns:a16="http://schemas.microsoft.com/office/drawing/2014/main" id="{F973BAD0-93F7-386D-C507-AA9D8BDA07C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16024" y="89553"/>
            <a:ext cx="719254" cy="600029"/>
          </a:xfrm>
          <a:prstGeom prst="rect">
            <a:avLst/>
          </a:prstGeom>
        </p:spPr>
      </p:pic>
      <p:sp>
        <p:nvSpPr>
          <p:cNvPr id="17" name="CuadroTexto 16">
            <a:extLst>
              <a:ext uri="{FF2B5EF4-FFF2-40B4-BE49-F238E27FC236}">
                <a16:creationId xmlns:a16="http://schemas.microsoft.com/office/drawing/2014/main" id="{F1BFEF38-B408-DC8F-7935-21DF3A6ED192}"/>
              </a:ext>
            </a:extLst>
          </p:cNvPr>
          <p:cNvSpPr txBox="1"/>
          <p:nvPr/>
        </p:nvSpPr>
        <p:spPr>
          <a:xfrm>
            <a:off x="108721" y="-25466"/>
            <a:ext cx="7804355" cy="830997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>
              <a:defRPr/>
            </a:pPr>
            <a:r>
              <a:rPr lang="es-ES_tradnl" sz="2400" b="1">
                <a:solidFill>
                  <a:prstClr val="white"/>
                </a:solidFill>
                <a:latin typeface="Helvetica"/>
                <a:ea typeface="Gungsuh"/>
                <a:cs typeface="Gungsuh" charset="-127"/>
              </a:rPr>
              <a:t>Diagramas de casos</a:t>
            </a:r>
            <a:endParaRPr lang="es-ES_tradnl" sz="2400" b="1">
              <a:solidFill>
                <a:prstClr val="white"/>
              </a:solidFill>
              <a:latin typeface="Helvetica" pitchFamily="2" charset="0"/>
              <a:ea typeface="Gungsuh" charset="-127"/>
              <a:cs typeface="Gungsuh" charset="-127"/>
            </a:endParaRPr>
          </a:p>
          <a:p>
            <a:pPr>
              <a:defRPr/>
            </a:pPr>
            <a:r>
              <a:rPr lang="es-ES_tradnl" sz="2400" b="1">
                <a:solidFill>
                  <a:prstClr val="white"/>
                </a:solidFill>
                <a:latin typeface="Helvetica"/>
                <a:ea typeface="Gungsuh"/>
                <a:cs typeface="Gungsuh" charset="-127"/>
              </a:rPr>
              <a:t> de uso - Usuario: Visitante</a:t>
            </a:r>
            <a:endParaRPr lang="es-ES_tradnl" sz="2400" b="1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Helvetica" pitchFamily="2" charset="0"/>
              <a:ea typeface="Gungsuh" charset="-127"/>
              <a:cs typeface="Gungsuh" charset="-127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7BDBF70-9BFD-7BC0-EFDA-0553D6ECAD05}"/>
              </a:ext>
            </a:extLst>
          </p:cNvPr>
          <p:cNvSpPr txBox="1"/>
          <p:nvPr/>
        </p:nvSpPr>
        <p:spPr>
          <a:xfrm>
            <a:off x="353108" y="1100443"/>
            <a:ext cx="7330727" cy="2308324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3200" b="1" err="1">
                <a:ea typeface="Calibri"/>
                <a:cs typeface="Calibri"/>
              </a:rPr>
              <a:t>Visitante</a:t>
            </a:r>
            <a:r>
              <a:rPr lang="en-US" sz="3200" b="1">
                <a:ea typeface="Calibri"/>
                <a:cs typeface="Calibri"/>
              </a:rPr>
              <a:t>: </a:t>
            </a:r>
            <a:r>
              <a:rPr lang="en-US" sz="3200" b="1" err="1">
                <a:ea typeface="Calibri"/>
                <a:cs typeface="Calibri"/>
              </a:rPr>
              <a:t>Formulario</a:t>
            </a:r>
          </a:p>
          <a:p>
            <a:endParaRPr lang="en-US" sz="3200" b="1">
              <a:ea typeface="Calibri"/>
              <a:cs typeface="Calibri"/>
            </a:endParaRPr>
          </a:p>
          <a:p>
            <a:endParaRPr lang="en-US" sz="2000" b="1">
              <a:ea typeface="Calibri"/>
              <a:cs typeface="Calibri"/>
            </a:endParaRPr>
          </a:p>
          <a:p>
            <a:endParaRPr lang="en-US" sz="2000" b="1">
              <a:ea typeface="Calibri"/>
              <a:cs typeface="Calibri"/>
            </a:endParaRPr>
          </a:p>
          <a:p>
            <a:pPr marL="285750" indent="-285750">
              <a:buFont typeface="Arial"/>
              <a:buChar char="•"/>
            </a:pPr>
            <a:endParaRPr lang="en-US" sz="2000">
              <a:ea typeface="Calibri"/>
              <a:cs typeface="Calibri"/>
            </a:endParaRPr>
          </a:p>
          <a:p>
            <a:endParaRPr lang="en-US" sz="2000">
              <a:ea typeface="Calibri"/>
              <a:cs typeface="Calibri"/>
            </a:endParaRPr>
          </a:p>
        </p:txBody>
      </p:sp>
      <p:pic>
        <p:nvPicPr>
          <p:cNvPr id="3" name="Picture 2" descr="A diagram of a diagram&#10;&#10;AI-generated content may be incorrect.">
            <a:extLst>
              <a:ext uri="{FF2B5EF4-FFF2-40B4-BE49-F238E27FC236}">
                <a16:creationId xmlns:a16="http://schemas.microsoft.com/office/drawing/2014/main" id="{61C17D9E-B8A6-EE24-CD87-13DA69E21ED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1988" y="2023345"/>
            <a:ext cx="7820025" cy="41052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5826004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B2F49E7-B5B6-2530-E6B8-8F975B12FE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agen 6">
            <a:extLst>
              <a:ext uri="{FF2B5EF4-FFF2-40B4-BE49-F238E27FC236}">
                <a16:creationId xmlns:a16="http://schemas.microsoft.com/office/drawing/2014/main" id="{B6A395B8-6A24-6E3F-D114-E42399416603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153" t="20538" r="153" b="51651"/>
          <a:stretch/>
        </p:blipFill>
        <p:spPr>
          <a:xfrm>
            <a:off x="-14013" y="1"/>
            <a:ext cx="9172026" cy="802886"/>
          </a:xfrm>
          <a:prstGeom prst="rect">
            <a:avLst/>
          </a:prstGeom>
        </p:spPr>
      </p:pic>
      <p:pic>
        <p:nvPicPr>
          <p:cNvPr id="2" name="Imagen 1">
            <a:extLst>
              <a:ext uri="{FF2B5EF4-FFF2-40B4-BE49-F238E27FC236}">
                <a16:creationId xmlns:a16="http://schemas.microsoft.com/office/drawing/2014/main" id="{EBDD9935-7AD4-58F4-D3DB-516CEB30731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16024" y="89553"/>
            <a:ext cx="719254" cy="600029"/>
          </a:xfrm>
          <a:prstGeom prst="rect">
            <a:avLst/>
          </a:prstGeom>
        </p:spPr>
      </p:pic>
      <p:sp>
        <p:nvSpPr>
          <p:cNvPr id="17" name="CuadroTexto 16">
            <a:extLst>
              <a:ext uri="{FF2B5EF4-FFF2-40B4-BE49-F238E27FC236}">
                <a16:creationId xmlns:a16="http://schemas.microsoft.com/office/drawing/2014/main" id="{2B069D25-2855-EEFC-0CA9-23D4A1085B40}"/>
              </a:ext>
            </a:extLst>
          </p:cNvPr>
          <p:cNvSpPr txBox="1"/>
          <p:nvPr/>
        </p:nvSpPr>
        <p:spPr>
          <a:xfrm>
            <a:off x="108721" y="-25466"/>
            <a:ext cx="7804355" cy="830997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>
              <a:defRPr/>
            </a:pPr>
            <a:r>
              <a:rPr lang="es-ES_tradnl" sz="2400" b="1">
                <a:solidFill>
                  <a:prstClr val="white"/>
                </a:solidFill>
                <a:latin typeface="Helvetica"/>
                <a:ea typeface="Gungsuh"/>
                <a:cs typeface="Gungsuh" charset="-127"/>
              </a:rPr>
              <a:t>Diagramas de casos</a:t>
            </a:r>
            <a:endParaRPr lang="es-ES_tradnl" sz="2400" b="1">
              <a:solidFill>
                <a:prstClr val="white"/>
              </a:solidFill>
              <a:latin typeface="Helvetica" pitchFamily="2" charset="0"/>
              <a:ea typeface="Gungsuh" charset="-127"/>
              <a:cs typeface="Gungsuh" charset="-127"/>
            </a:endParaRPr>
          </a:p>
          <a:p>
            <a:pPr>
              <a:defRPr/>
            </a:pPr>
            <a:r>
              <a:rPr lang="es-ES_tradnl" sz="2400" b="1">
                <a:solidFill>
                  <a:prstClr val="white"/>
                </a:solidFill>
                <a:latin typeface="Helvetica"/>
                <a:ea typeface="Gungsuh"/>
                <a:cs typeface="Gungsuh" charset="-127"/>
              </a:rPr>
              <a:t> de uso</a:t>
            </a:r>
            <a:r>
              <a:rPr lang="es-ES_tradnl" sz="2400" b="1">
                <a:solidFill>
                  <a:prstClr val="white"/>
                </a:solidFill>
                <a:latin typeface="Helvetica"/>
                <a:ea typeface="Gungsuh"/>
                <a:cs typeface="helvetica"/>
              </a:rPr>
              <a:t> </a:t>
            </a:r>
            <a:r>
              <a:rPr lang="es-ES" sz="2400" b="1">
                <a:solidFill>
                  <a:prstClr val="white"/>
                </a:solidFill>
                <a:latin typeface="helvetica"/>
                <a:ea typeface="Gungsuh"/>
                <a:cs typeface="helvetica"/>
              </a:rPr>
              <a:t>- Usuario: Visitante</a:t>
            </a:r>
            <a:endParaRPr lang="es-ES_tradnl" sz="2400" b="1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Helvetica" pitchFamily="2" charset="0"/>
              <a:ea typeface="Gungsuh" charset="-127"/>
              <a:cs typeface="Gungsuh" charset="-127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267E49D-D1F3-6391-FBA4-A8B09CB7E51E}"/>
              </a:ext>
            </a:extLst>
          </p:cNvPr>
          <p:cNvSpPr txBox="1"/>
          <p:nvPr/>
        </p:nvSpPr>
        <p:spPr>
          <a:xfrm>
            <a:off x="353108" y="1100443"/>
            <a:ext cx="7330727" cy="2308324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3200" b="1" err="1">
                <a:ea typeface="Calibri"/>
                <a:cs typeface="Calibri"/>
              </a:rPr>
              <a:t>Visitante</a:t>
            </a:r>
          </a:p>
          <a:p>
            <a:endParaRPr lang="en-US" sz="3200" b="1">
              <a:ea typeface="Calibri"/>
              <a:cs typeface="Calibri"/>
            </a:endParaRPr>
          </a:p>
          <a:p>
            <a:endParaRPr lang="en-US" sz="2000" b="1">
              <a:ea typeface="Calibri"/>
              <a:cs typeface="Calibri"/>
            </a:endParaRPr>
          </a:p>
          <a:p>
            <a:endParaRPr lang="en-US" sz="2000" b="1">
              <a:ea typeface="Calibri"/>
              <a:cs typeface="Calibri"/>
            </a:endParaRPr>
          </a:p>
          <a:p>
            <a:pPr marL="285750" indent="-285750">
              <a:buFont typeface="Arial"/>
              <a:buChar char="•"/>
            </a:pPr>
            <a:endParaRPr lang="en-US" sz="2000">
              <a:ea typeface="Calibri"/>
              <a:cs typeface="Calibri"/>
            </a:endParaRPr>
          </a:p>
          <a:p>
            <a:endParaRPr lang="en-US" sz="2000">
              <a:ea typeface="Calibri"/>
              <a:cs typeface="Calibri"/>
            </a:endParaRPr>
          </a:p>
        </p:txBody>
      </p:sp>
      <p:pic>
        <p:nvPicPr>
          <p:cNvPr id="4" name="Picture 3" descr="A diagram of a person with different types of text&#10;&#10;AI-generated content may be incorrect.">
            <a:extLst>
              <a:ext uri="{FF2B5EF4-FFF2-40B4-BE49-F238E27FC236}">
                <a16:creationId xmlns:a16="http://schemas.microsoft.com/office/drawing/2014/main" id="{45DEFE8F-7CAF-6083-0E3E-8A7CE9BFF9C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433408" y="-517585"/>
            <a:ext cx="4719788" cy="7375584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87DB3AA7-BB30-F372-D2D8-73C587A33224}"/>
              </a:ext>
            </a:extLst>
          </p:cNvPr>
          <p:cNvSpPr txBox="1"/>
          <p:nvPr/>
        </p:nvSpPr>
        <p:spPr>
          <a:xfrm>
            <a:off x="347069" y="2147402"/>
            <a:ext cx="4226943" cy="424731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800" b="1" err="1">
                <a:ea typeface="Calibri" panose="020F0502020204030204"/>
                <a:cs typeface="Calibri" panose="020F0502020204030204"/>
              </a:rPr>
              <a:t>Modulos</a:t>
            </a:r>
            <a:endParaRPr lang="en-US" sz="2800" b="1">
              <a:ea typeface="Calibri" panose="020F0502020204030204"/>
              <a:cs typeface="Calibri" panose="020F0502020204030204"/>
            </a:endParaRPr>
          </a:p>
          <a:p>
            <a:pPr marL="285750" indent="-285750">
              <a:buFont typeface="Arial"/>
              <a:buChar char="•"/>
            </a:pPr>
            <a:r>
              <a:rPr lang="en-US" sz="2800" err="1">
                <a:ea typeface="Calibri" panose="020F0502020204030204"/>
                <a:cs typeface="Calibri" panose="020F0502020204030204"/>
              </a:rPr>
              <a:t>Detalles</a:t>
            </a:r>
            <a:r>
              <a:rPr lang="en-US" sz="2800">
                <a:ea typeface="Calibri" panose="020F0502020204030204"/>
                <a:cs typeface="Calibri" panose="020F0502020204030204"/>
              </a:rPr>
              <a:t> </a:t>
            </a:r>
            <a:r>
              <a:rPr lang="en-US" sz="2800" err="1">
                <a:ea typeface="Calibri" panose="020F0502020204030204"/>
                <a:cs typeface="Calibri" panose="020F0502020204030204"/>
              </a:rPr>
              <a:t>técnicos</a:t>
            </a:r>
            <a:r>
              <a:rPr lang="en-US" sz="2800">
                <a:ea typeface="Calibri" panose="020F0502020204030204"/>
                <a:cs typeface="Calibri" panose="020F0502020204030204"/>
              </a:rPr>
              <a:t> de </a:t>
            </a:r>
            <a:r>
              <a:rPr lang="en-US" sz="2800" err="1">
                <a:ea typeface="Calibri" panose="020F0502020204030204"/>
                <a:cs typeface="Calibri" panose="020F0502020204030204"/>
              </a:rPr>
              <a:t>Conectores</a:t>
            </a:r>
          </a:p>
          <a:p>
            <a:pPr marL="285750" indent="-285750">
              <a:buFont typeface="Arial"/>
              <a:buChar char="•"/>
            </a:pPr>
            <a:r>
              <a:rPr lang="en-US" sz="2800" err="1">
                <a:ea typeface="Calibri" panose="020F0502020204030204"/>
                <a:cs typeface="Calibri" panose="020F0502020204030204"/>
              </a:rPr>
              <a:t>Colaboradores</a:t>
            </a:r>
          </a:p>
          <a:p>
            <a:pPr marL="285750" indent="-285750">
              <a:buFont typeface="Arial"/>
              <a:buChar char="•"/>
            </a:pPr>
            <a:r>
              <a:rPr lang="en-US" sz="2800" err="1">
                <a:ea typeface="Calibri" panose="020F0502020204030204"/>
                <a:cs typeface="Calibri" panose="020F0502020204030204"/>
              </a:rPr>
              <a:t>Fases</a:t>
            </a:r>
            <a:r>
              <a:rPr lang="en-US" sz="2800">
                <a:ea typeface="Calibri" panose="020F0502020204030204"/>
                <a:cs typeface="Calibri" panose="020F0502020204030204"/>
              </a:rPr>
              <a:t> </a:t>
            </a:r>
            <a:r>
              <a:rPr lang="en-US" sz="2800" err="1">
                <a:ea typeface="Calibri" panose="020F0502020204030204"/>
                <a:cs typeface="Calibri" panose="020F0502020204030204"/>
              </a:rPr>
              <a:t>industriales</a:t>
            </a:r>
            <a:endParaRPr lang="en-US" sz="2800">
              <a:ea typeface="Calibri" panose="020F0502020204030204"/>
              <a:cs typeface="Calibri" panose="020F0502020204030204"/>
            </a:endParaRPr>
          </a:p>
          <a:p>
            <a:pPr marL="285750" indent="-285750">
              <a:buFont typeface="Arial"/>
              <a:buChar char="•"/>
            </a:pPr>
            <a:r>
              <a:rPr lang="en-US" sz="2800" err="1">
                <a:ea typeface="Calibri" panose="020F0502020204030204"/>
                <a:cs typeface="Calibri" panose="020F0502020204030204"/>
              </a:rPr>
              <a:t>Proyectos</a:t>
            </a:r>
            <a:endParaRPr lang="en-US" sz="2800">
              <a:ea typeface="Calibri" panose="020F0502020204030204"/>
              <a:cs typeface="Calibri" panose="020F0502020204030204"/>
            </a:endParaRPr>
          </a:p>
          <a:p>
            <a:pPr marL="285750" indent="-285750">
              <a:buFont typeface="Arial"/>
              <a:buChar char="•"/>
            </a:pPr>
            <a:r>
              <a:rPr lang="en-US" sz="2800" err="1">
                <a:ea typeface="Calibri" panose="020F0502020204030204"/>
                <a:cs typeface="Calibri" panose="020F0502020204030204"/>
              </a:rPr>
              <a:t>Preguntas</a:t>
            </a:r>
            <a:r>
              <a:rPr lang="en-US" sz="2800">
                <a:ea typeface="Calibri" panose="020F0502020204030204"/>
                <a:cs typeface="Calibri" panose="020F0502020204030204"/>
              </a:rPr>
              <a:t> </a:t>
            </a:r>
            <a:r>
              <a:rPr lang="en-US" sz="2800" err="1">
                <a:ea typeface="Calibri" panose="020F0502020204030204"/>
                <a:cs typeface="Calibri" panose="020F0502020204030204"/>
              </a:rPr>
              <a:t>Frecuentes</a:t>
            </a:r>
            <a:endParaRPr lang="en-US" sz="2800">
              <a:ea typeface="Calibri" panose="020F0502020204030204"/>
              <a:cs typeface="Calibri" panose="020F0502020204030204"/>
            </a:endParaRPr>
          </a:p>
          <a:p>
            <a:pPr marL="285750" indent="-285750">
              <a:buFont typeface="Arial"/>
              <a:buChar char="•"/>
            </a:pPr>
            <a:r>
              <a:rPr lang="en-US" sz="2800" err="1">
                <a:ea typeface="Calibri" panose="020F0502020204030204"/>
                <a:cs typeface="Calibri" panose="020F0502020204030204"/>
              </a:rPr>
              <a:t>Opiniones</a:t>
            </a:r>
            <a:r>
              <a:rPr lang="en-US" sz="2800">
                <a:ea typeface="Calibri" panose="020F0502020204030204"/>
                <a:cs typeface="Calibri" panose="020F0502020204030204"/>
              </a:rPr>
              <a:t> de </a:t>
            </a:r>
            <a:r>
              <a:rPr lang="en-US" sz="2800" err="1">
                <a:ea typeface="Calibri" panose="020F0502020204030204"/>
                <a:cs typeface="Calibri" panose="020F0502020204030204"/>
              </a:rPr>
              <a:t>Clientes</a:t>
            </a:r>
            <a:endParaRPr lang="en-US" sz="2800">
              <a:ea typeface="Calibri" panose="020F0502020204030204"/>
              <a:cs typeface="Calibri" panose="020F0502020204030204"/>
            </a:endParaRPr>
          </a:p>
          <a:p>
            <a:pPr marL="285750" indent="-285750">
              <a:buFont typeface="Arial"/>
              <a:buChar char="•"/>
            </a:pPr>
            <a:r>
              <a:rPr lang="en-US" sz="2800" err="1">
                <a:ea typeface="Calibri" panose="020F0502020204030204"/>
                <a:cs typeface="Calibri" panose="020F0502020204030204"/>
              </a:rPr>
              <a:t>Certificaciones</a:t>
            </a:r>
          </a:p>
          <a:p>
            <a:endParaRPr lang="en-US">
              <a:ea typeface="Calibri" panose="020F0502020204030204"/>
              <a:cs typeface="Calibri" panose="020F0502020204030204"/>
            </a:endParaRPr>
          </a:p>
        </p:txBody>
      </p:sp>
    </p:spTree>
    <p:extLst>
      <p:ext uri="{BB962C8B-B14F-4D97-AF65-F5344CB8AC3E}">
        <p14:creationId xmlns:p14="http://schemas.microsoft.com/office/powerpoint/2010/main" val="165735251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2DFA07C-287A-B4FC-C177-FE771446A3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agen 6">
            <a:extLst>
              <a:ext uri="{FF2B5EF4-FFF2-40B4-BE49-F238E27FC236}">
                <a16:creationId xmlns:a16="http://schemas.microsoft.com/office/drawing/2014/main" id="{8859A5C6-7CE4-48F7-4CF5-177B2796330C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153" t="20538" r="153" b="51651"/>
          <a:stretch/>
        </p:blipFill>
        <p:spPr>
          <a:xfrm>
            <a:off x="-14013" y="1"/>
            <a:ext cx="9172026" cy="802886"/>
          </a:xfrm>
          <a:prstGeom prst="rect">
            <a:avLst/>
          </a:prstGeom>
        </p:spPr>
      </p:pic>
      <p:pic>
        <p:nvPicPr>
          <p:cNvPr id="2" name="Imagen 1">
            <a:extLst>
              <a:ext uri="{FF2B5EF4-FFF2-40B4-BE49-F238E27FC236}">
                <a16:creationId xmlns:a16="http://schemas.microsoft.com/office/drawing/2014/main" id="{8640D1A3-31FB-4FFE-19B7-46245B4ECA8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16024" y="89553"/>
            <a:ext cx="719254" cy="600029"/>
          </a:xfrm>
          <a:prstGeom prst="rect">
            <a:avLst/>
          </a:prstGeom>
        </p:spPr>
      </p:pic>
      <p:sp>
        <p:nvSpPr>
          <p:cNvPr id="17" name="CuadroTexto 16">
            <a:extLst>
              <a:ext uri="{FF2B5EF4-FFF2-40B4-BE49-F238E27FC236}">
                <a16:creationId xmlns:a16="http://schemas.microsoft.com/office/drawing/2014/main" id="{DEB57607-5F82-8D04-A035-3A86A2DC0FD0}"/>
              </a:ext>
            </a:extLst>
          </p:cNvPr>
          <p:cNvSpPr txBox="1"/>
          <p:nvPr/>
        </p:nvSpPr>
        <p:spPr>
          <a:xfrm>
            <a:off x="108721" y="89553"/>
            <a:ext cx="7804355" cy="707886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>
              <a:defRPr/>
            </a:pPr>
            <a:r>
              <a:rPr lang="es-ES_tradnl" sz="2000" b="1">
                <a:solidFill>
                  <a:prstClr val="white"/>
                </a:solidFill>
                <a:latin typeface="Helvetica"/>
                <a:ea typeface="Gungsuh"/>
                <a:cs typeface="Gungsuh" charset="-127"/>
              </a:rPr>
              <a:t>Diagramas de casos</a:t>
            </a:r>
            <a:endParaRPr lang="es-ES_tradnl" sz="2000" b="1">
              <a:solidFill>
                <a:prstClr val="white"/>
              </a:solidFill>
              <a:latin typeface="Helvetica" pitchFamily="2" charset="0"/>
              <a:ea typeface="Gungsuh" charset="-127"/>
              <a:cs typeface="Gungsuh" charset="-127"/>
            </a:endParaRPr>
          </a:p>
          <a:p>
            <a:pPr>
              <a:defRPr/>
            </a:pPr>
            <a:r>
              <a:rPr lang="es-ES_tradnl" sz="2000" b="1">
                <a:solidFill>
                  <a:prstClr val="white"/>
                </a:solidFill>
                <a:latin typeface="Helvetica"/>
                <a:ea typeface="Gungsuh"/>
                <a:cs typeface="Gungsuh" charset="-127"/>
              </a:rPr>
              <a:t> de uso</a:t>
            </a:r>
            <a:r>
              <a:rPr lang="es-ES_tradnl" sz="2000" b="1">
                <a:solidFill>
                  <a:prstClr val="white"/>
                </a:solidFill>
                <a:latin typeface="Helvetica"/>
                <a:ea typeface="Gungsuh"/>
                <a:cs typeface="helvetica"/>
              </a:rPr>
              <a:t> </a:t>
            </a:r>
            <a:r>
              <a:rPr lang="es-ES" sz="2000" b="1">
                <a:solidFill>
                  <a:prstClr val="white"/>
                </a:solidFill>
                <a:latin typeface="helvetica"/>
                <a:ea typeface="Gungsuh"/>
                <a:cs typeface="helvetica"/>
              </a:rPr>
              <a:t>- Usuario: Administrador</a:t>
            </a:r>
            <a:endParaRPr lang="es-ES_tradnl" sz="2000" b="1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Helvetica" pitchFamily="2" charset="0"/>
              <a:ea typeface="Gungsuh" charset="-127"/>
              <a:cs typeface="Gungsuh" charset="-127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5461752-1C24-F886-AFF8-34A3BA7BAEE0}"/>
              </a:ext>
            </a:extLst>
          </p:cNvPr>
          <p:cNvSpPr txBox="1"/>
          <p:nvPr/>
        </p:nvSpPr>
        <p:spPr>
          <a:xfrm>
            <a:off x="353108" y="1100443"/>
            <a:ext cx="7330727" cy="2308324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3200" b="1" err="1">
                <a:ea typeface="Calibri"/>
                <a:cs typeface="Calibri"/>
              </a:rPr>
              <a:t>Administrador</a:t>
            </a:r>
          </a:p>
          <a:p>
            <a:endParaRPr lang="en-US" sz="3200" b="1">
              <a:ea typeface="Calibri"/>
              <a:cs typeface="Calibri"/>
            </a:endParaRPr>
          </a:p>
          <a:p>
            <a:endParaRPr lang="en-US" sz="2000" b="1">
              <a:ea typeface="Calibri"/>
              <a:cs typeface="Calibri"/>
            </a:endParaRPr>
          </a:p>
          <a:p>
            <a:endParaRPr lang="en-US" sz="2000" b="1">
              <a:ea typeface="Calibri"/>
              <a:cs typeface="Calibri"/>
            </a:endParaRPr>
          </a:p>
          <a:p>
            <a:pPr marL="285750" indent="-285750">
              <a:buFont typeface="Arial"/>
              <a:buChar char="•"/>
            </a:pPr>
            <a:endParaRPr lang="en-US" sz="2000">
              <a:ea typeface="Calibri"/>
              <a:cs typeface="Calibri"/>
            </a:endParaRPr>
          </a:p>
          <a:p>
            <a:endParaRPr lang="en-US" sz="2000">
              <a:ea typeface="Calibri"/>
              <a:cs typeface="Calibri"/>
            </a:endParaRPr>
          </a:p>
        </p:txBody>
      </p:sp>
      <p:pic>
        <p:nvPicPr>
          <p:cNvPr id="3" name="Picture 2" descr="A diagram of a person&amp;#39;s work flow&#10;&#10;AI-generated content may be incorrect.">
            <a:extLst>
              <a:ext uri="{FF2B5EF4-FFF2-40B4-BE49-F238E27FC236}">
                <a16:creationId xmlns:a16="http://schemas.microsoft.com/office/drawing/2014/main" id="{31F4D1A1-CBB5-66AC-828C-B141FD5FD87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176533" y="-402567"/>
            <a:ext cx="5132896" cy="7260566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81E9FE84-4883-5BAF-8129-F76DCB0C75F3}"/>
              </a:ext>
            </a:extLst>
          </p:cNvPr>
          <p:cNvSpPr txBox="1"/>
          <p:nvPr/>
        </p:nvSpPr>
        <p:spPr>
          <a:xfrm>
            <a:off x="359434" y="2048774"/>
            <a:ext cx="4572000" cy="338554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 rtl="0"/>
            <a:r>
              <a:rPr lang="en-US" sz="2800" b="1" i="0" u="none" strike="noStrike" baseline="0" err="1">
                <a:solidFill>
                  <a:srgbClr val="000000"/>
                </a:solidFill>
                <a:latin typeface="Calibri"/>
                <a:ea typeface="Segoe UI"/>
                <a:cs typeface="Segoe UI"/>
              </a:rPr>
              <a:t>Modulos</a:t>
            </a:r>
            <a:r>
              <a:rPr lang="en-US" sz="2800" b="0" i="0">
                <a:solidFill>
                  <a:srgbClr val="000000"/>
                </a:solidFill>
                <a:latin typeface="Calibri"/>
                <a:ea typeface="Segoe UI"/>
                <a:cs typeface="Segoe UI"/>
              </a:rPr>
              <a:t>​</a:t>
            </a:r>
          </a:p>
          <a:p>
            <a:pPr marL="285750" indent="-285750">
              <a:buFont typeface="Arial,Sans-Serif"/>
              <a:buChar char="•"/>
            </a:pPr>
            <a:r>
              <a:rPr lang="en-US" sz="2800" err="1">
                <a:solidFill>
                  <a:srgbClr val="000000"/>
                </a:solidFill>
                <a:latin typeface="Calibri"/>
                <a:ea typeface="Arial"/>
                <a:cs typeface="Arial"/>
              </a:rPr>
              <a:t>Inicio</a:t>
            </a:r>
            <a:r>
              <a:rPr lang="en-US" sz="2800">
                <a:solidFill>
                  <a:srgbClr val="000000"/>
                </a:solidFill>
                <a:latin typeface="Calibri"/>
                <a:ea typeface="Arial"/>
                <a:cs typeface="Arial"/>
              </a:rPr>
              <a:t> de </a:t>
            </a:r>
            <a:r>
              <a:rPr lang="en-US" sz="2800" err="1">
                <a:solidFill>
                  <a:srgbClr val="000000"/>
                </a:solidFill>
                <a:latin typeface="Calibri"/>
                <a:ea typeface="Arial"/>
                <a:cs typeface="Arial"/>
              </a:rPr>
              <a:t>sesió</a:t>
            </a:r>
            <a:r>
              <a:rPr lang="en-US" sz="2800">
                <a:solidFill>
                  <a:srgbClr val="000000"/>
                </a:solidFill>
                <a:latin typeface="Calibri"/>
                <a:ea typeface="Arial"/>
                <a:cs typeface="Arial"/>
              </a:rPr>
              <a:t>n</a:t>
            </a:r>
            <a:endParaRPr lang="en-US" sz="2800" b="0" i="0">
              <a:solidFill>
                <a:srgbClr val="000000"/>
              </a:solidFill>
              <a:latin typeface="Calibri"/>
              <a:ea typeface="Arial"/>
              <a:cs typeface="Arial"/>
            </a:endParaRPr>
          </a:p>
          <a:p>
            <a:pPr marL="285750" indent="-285750">
              <a:buFont typeface="Arial,Sans-Serif"/>
              <a:buChar char="•"/>
            </a:pPr>
            <a:r>
              <a:rPr lang="en-US" sz="2800" err="1">
                <a:solidFill>
                  <a:srgbClr val="000000"/>
                </a:solidFill>
                <a:latin typeface="Calibri"/>
                <a:ea typeface="Arial"/>
                <a:cs typeface="Arial"/>
              </a:rPr>
              <a:t>Gestión</a:t>
            </a:r>
            <a:r>
              <a:rPr lang="en-US" sz="2800">
                <a:solidFill>
                  <a:srgbClr val="000000"/>
                </a:solidFill>
                <a:latin typeface="Calibri"/>
                <a:ea typeface="Arial"/>
                <a:cs typeface="Arial"/>
              </a:rPr>
              <a:t> de </a:t>
            </a:r>
            <a:r>
              <a:rPr lang="en-US" sz="2800" err="1">
                <a:solidFill>
                  <a:srgbClr val="000000"/>
                </a:solidFill>
                <a:latin typeface="Calibri"/>
                <a:ea typeface="Arial"/>
                <a:cs typeface="Arial"/>
              </a:rPr>
              <a:t>Consultas</a:t>
            </a:r>
            <a:endParaRPr lang="en-US" sz="2800" b="0" i="0">
              <a:solidFill>
                <a:srgbClr val="000000"/>
              </a:solidFill>
              <a:latin typeface="Calibri"/>
              <a:ea typeface="Arial"/>
              <a:cs typeface="Arial"/>
            </a:endParaRPr>
          </a:p>
          <a:p>
            <a:pPr marL="285750" indent="-285750">
              <a:buFont typeface="Arial,Sans-Serif"/>
              <a:buChar char="•"/>
            </a:pPr>
            <a:r>
              <a:rPr lang="en-US" sz="2800" err="1">
                <a:solidFill>
                  <a:srgbClr val="000000"/>
                </a:solidFill>
                <a:latin typeface="Calibri"/>
                <a:ea typeface="Arial"/>
                <a:cs typeface="Arial"/>
              </a:rPr>
              <a:t>Gestión</a:t>
            </a:r>
            <a:r>
              <a:rPr lang="en-US" sz="2800">
                <a:solidFill>
                  <a:srgbClr val="000000"/>
                </a:solidFill>
                <a:latin typeface="Calibri"/>
                <a:ea typeface="Arial"/>
                <a:cs typeface="Arial"/>
              </a:rPr>
              <a:t> de </a:t>
            </a:r>
            <a:r>
              <a:rPr lang="en-US" sz="2800" err="1">
                <a:solidFill>
                  <a:srgbClr val="000000"/>
                </a:solidFill>
                <a:latin typeface="Calibri"/>
                <a:ea typeface="Arial"/>
                <a:cs typeface="Arial"/>
              </a:rPr>
              <a:t>Colaboradores</a:t>
            </a:r>
            <a:endParaRPr lang="en-US" sz="2800" b="0" i="0">
              <a:solidFill>
                <a:srgbClr val="000000"/>
              </a:solidFill>
              <a:latin typeface="Calibri"/>
              <a:ea typeface="Arial"/>
              <a:cs typeface="Arial"/>
            </a:endParaRPr>
          </a:p>
          <a:p>
            <a:pPr marL="285750" indent="-285750">
              <a:buFont typeface="Arial,Sans-Serif"/>
              <a:buChar char="•"/>
            </a:pPr>
            <a:r>
              <a:rPr lang="en-US" sz="2800" err="1">
                <a:solidFill>
                  <a:srgbClr val="000000"/>
                </a:solidFill>
                <a:latin typeface="Calibri"/>
                <a:ea typeface="Arial"/>
                <a:cs typeface="Arial"/>
              </a:rPr>
              <a:t>Gestión</a:t>
            </a:r>
            <a:r>
              <a:rPr lang="en-US" sz="2800">
                <a:solidFill>
                  <a:srgbClr val="000000"/>
                </a:solidFill>
                <a:latin typeface="Calibri"/>
                <a:ea typeface="Arial"/>
                <a:cs typeface="Arial"/>
              </a:rPr>
              <a:t> de </a:t>
            </a:r>
            <a:r>
              <a:rPr lang="en-US" sz="2800" err="1">
                <a:solidFill>
                  <a:srgbClr val="000000"/>
                </a:solidFill>
                <a:latin typeface="Calibri"/>
                <a:ea typeface="Arial"/>
                <a:cs typeface="Arial"/>
              </a:rPr>
              <a:t>Proyectos</a:t>
            </a:r>
            <a:endParaRPr lang="en-US" sz="2800" b="0" i="0">
              <a:solidFill>
                <a:srgbClr val="000000"/>
              </a:solidFill>
              <a:latin typeface="Calibri"/>
              <a:ea typeface="Arial"/>
              <a:cs typeface="Arial"/>
            </a:endParaRPr>
          </a:p>
          <a:p>
            <a:pPr marL="285750" indent="-285750">
              <a:buFont typeface="Arial,Sans-Serif"/>
              <a:buChar char="•"/>
            </a:pPr>
            <a:r>
              <a:rPr lang="en-US" sz="2800" err="1">
                <a:solidFill>
                  <a:srgbClr val="000000"/>
                </a:solidFill>
                <a:latin typeface="Calibri"/>
                <a:ea typeface="Arial"/>
                <a:cs typeface="Arial"/>
              </a:rPr>
              <a:t>Edición</a:t>
            </a:r>
            <a:r>
              <a:rPr lang="en-US" sz="2800">
                <a:solidFill>
                  <a:srgbClr val="000000"/>
                </a:solidFill>
                <a:latin typeface="Calibri"/>
                <a:ea typeface="Arial"/>
                <a:cs typeface="Arial"/>
              </a:rPr>
              <a:t> de </a:t>
            </a:r>
            <a:r>
              <a:rPr lang="en-US" sz="2800" err="1">
                <a:solidFill>
                  <a:srgbClr val="000000"/>
                </a:solidFill>
                <a:latin typeface="Calibri"/>
                <a:ea typeface="Arial"/>
                <a:cs typeface="Arial"/>
              </a:rPr>
              <a:t>Contenido</a:t>
            </a:r>
            <a:endParaRPr lang="en-US" sz="2800" b="0" i="0">
              <a:solidFill>
                <a:srgbClr val="000000"/>
              </a:solidFill>
              <a:latin typeface="Calibri"/>
              <a:ea typeface="Arial"/>
              <a:cs typeface="Arial"/>
            </a:endParaRPr>
          </a:p>
          <a:p>
            <a:pPr lvl="0" algn="l" rtl="0"/>
            <a:endParaRPr lang="en-US" sz="2800" b="0" i="0" u="none" strike="noStrike" baseline="0">
              <a:solidFill>
                <a:srgbClr val="000000"/>
              </a:solidFill>
              <a:latin typeface="Calibri"/>
              <a:ea typeface="Arial"/>
              <a:cs typeface="Arial"/>
            </a:endParaRPr>
          </a:p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9408961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F6A0D9E-E7E8-F3AE-C2B3-EC98BF01BE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agen 6">
            <a:extLst>
              <a:ext uri="{FF2B5EF4-FFF2-40B4-BE49-F238E27FC236}">
                <a16:creationId xmlns:a16="http://schemas.microsoft.com/office/drawing/2014/main" id="{997740DE-E84D-498B-1E16-8DFF430AA7A5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153" t="20538" r="153" b="51651"/>
          <a:stretch/>
        </p:blipFill>
        <p:spPr>
          <a:xfrm>
            <a:off x="364" y="-14376"/>
            <a:ext cx="9172026" cy="802886"/>
          </a:xfrm>
          <a:prstGeom prst="rect">
            <a:avLst/>
          </a:prstGeom>
        </p:spPr>
      </p:pic>
      <p:pic>
        <p:nvPicPr>
          <p:cNvPr id="2" name="Imagen 1">
            <a:extLst>
              <a:ext uri="{FF2B5EF4-FFF2-40B4-BE49-F238E27FC236}">
                <a16:creationId xmlns:a16="http://schemas.microsoft.com/office/drawing/2014/main" id="{9B636345-CDCC-1F9C-157F-3327C79D7BC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16024" y="89553"/>
            <a:ext cx="719254" cy="600029"/>
          </a:xfrm>
          <a:prstGeom prst="rect">
            <a:avLst/>
          </a:prstGeom>
        </p:spPr>
      </p:pic>
      <p:sp>
        <p:nvSpPr>
          <p:cNvPr id="17" name="CuadroTexto 16">
            <a:extLst>
              <a:ext uri="{FF2B5EF4-FFF2-40B4-BE49-F238E27FC236}">
                <a16:creationId xmlns:a16="http://schemas.microsoft.com/office/drawing/2014/main" id="{7B08E769-FF77-34F4-5B42-D2E55B02EEEB}"/>
              </a:ext>
            </a:extLst>
          </p:cNvPr>
          <p:cNvSpPr txBox="1"/>
          <p:nvPr/>
        </p:nvSpPr>
        <p:spPr>
          <a:xfrm>
            <a:off x="-6297" y="3290"/>
            <a:ext cx="4339410" cy="707886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>
              <a:defRPr/>
            </a:pPr>
            <a:r>
              <a:rPr lang="es-ES_tradnl" sz="2000" b="1">
                <a:solidFill>
                  <a:prstClr val="white"/>
                </a:solidFill>
                <a:latin typeface="Helvetica"/>
                <a:ea typeface="Gungsuh"/>
                <a:cs typeface="Gungsuh" charset="-127"/>
              </a:rPr>
              <a:t>Diagramas de casos de uso.</a:t>
            </a:r>
            <a:endParaRPr lang="es-ES_tradnl" sz="2000" b="1">
              <a:solidFill>
                <a:prstClr val="white"/>
              </a:solidFill>
              <a:latin typeface="Helvetica" pitchFamily="2" charset="0"/>
              <a:ea typeface="Gungsuh" charset="-127"/>
              <a:cs typeface="Gungsuh" charset="-127"/>
            </a:endParaRPr>
          </a:p>
          <a:p>
            <a:pPr>
              <a:defRPr/>
            </a:pPr>
            <a:r>
              <a:rPr lang="es-ES_tradnl" sz="2000" b="1">
                <a:solidFill>
                  <a:prstClr val="white"/>
                </a:solidFill>
                <a:latin typeface="Helvetica"/>
                <a:ea typeface="Gungsuh"/>
                <a:cs typeface="Gungsuh" charset="-127"/>
              </a:rPr>
              <a:t>Usuario: Administrador Jefe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877715F-1E41-50DD-55E2-A9D6A11B34FB}"/>
              </a:ext>
            </a:extLst>
          </p:cNvPr>
          <p:cNvSpPr txBox="1"/>
          <p:nvPr/>
        </p:nvSpPr>
        <p:spPr>
          <a:xfrm>
            <a:off x="468127" y="1129198"/>
            <a:ext cx="2758728" cy="4031873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3200" b="1" err="1">
                <a:ea typeface="Calibri"/>
                <a:cs typeface="Calibri"/>
              </a:rPr>
              <a:t>Administrador</a:t>
            </a:r>
            <a:r>
              <a:rPr lang="en-US" sz="3200" b="1">
                <a:ea typeface="Calibri"/>
                <a:cs typeface="Calibri"/>
              </a:rPr>
              <a:t> Jefe</a:t>
            </a:r>
          </a:p>
          <a:p>
            <a:endParaRPr lang="en-US" sz="3200" b="1">
              <a:ea typeface="Calibri"/>
              <a:cs typeface="Calibri"/>
            </a:endParaRPr>
          </a:p>
          <a:p>
            <a:r>
              <a:rPr lang="en-US" sz="2000" b="1" err="1">
                <a:ea typeface="Calibri"/>
                <a:cs typeface="Calibri"/>
              </a:rPr>
              <a:t>Módulos</a:t>
            </a:r>
            <a:endParaRPr lang="en-US" sz="2000" b="1">
              <a:ea typeface="Calibri"/>
              <a:cs typeface="Calibri"/>
            </a:endParaRPr>
          </a:p>
          <a:p>
            <a:endParaRPr lang="en-US" sz="2000" b="1">
              <a:ea typeface="Calibri"/>
              <a:cs typeface="Calibri"/>
            </a:endParaRPr>
          </a:p>
          <a:p>
            <a:pPr marL="342900" indent="-342900">
              <a:buFont typeface="Arial"/>
              <a:buChar char="•"/>
            </a:pPr>
            <a:r>
              <a:rPr lang="en-US" sz="2000" err="1">
                <a:ea typeface="Calibri"/>
                <a:cs typeface="Calibri"/>
              </a:rPr>
              <a:t>Funciones</a:t>
            </a:r>
            <a:r>
              <a:rPr lang="en-US" sz="2000">
                <a:ea typeface="Calibri"/>
                <a:cs typeface="Calibri"/>
              </a:rPr>
              <a:t> del </a:t>
            </a:r>
            <a:r>
              <a:rPr lang="en-US" sz="2000" err="1">
                <a:ea typeface="Calibri"/>
                <a:cs typeface="Calibri"/>
              </a:rPr>
              <a:t>Administrador</a:t>
            </a:r>
          </a:p>
          <a:p>
            <a:pPr marL="342900" indent="-342900">
              <a:buFont typeface="Arial"/>
              <a:buChar char="•"/>
            </a:pPr>
            <a:r>
              <a:rPr lang="en-US" sz="2000">
                <a:ea typeface="Calibri"/>
                <a:cs typeface="Calibri"/>
              </a:rPr>
              <a:t>Añadir y </a:t>
            </a:r>
            <a:r>
              <a:rPr lang="en-US" sz="2000" err="1">
                <a:ea typeface="Calibri"/>
                <a:cs typeface="Calibri"/>
              </a:rPr>
              <a:t>eliminar</a:t>
            </a:r>
            <a:r>
              <a:rPr lang="en-US" sz="2000">
                <a:ea typeface="Calibri"/>
                <a:cs typeface="Calibri"/>
              </a:rPr>
              <a:t> </a:t>
            </a:r>
            <a:r>
              <a:rPr lang="en-US" sz="2000" err="1">
                <a:ea typeface="Calibri"/>
                <a:cs typeface="Calibri"/>
              </a:rPr>
              <a:t>administradores</a:t>
            </a:r>
            <a:endParaRPr lang="en-US" sz="2000">
              <a:ea typeface="Calibri"/>
              <a:cs typeface="Calibri"/>
            </a:endParaRPr>
          </a:p>
          <a:p>
            <a:endParaRPr lang="en-US" sz="2000">
              <a:ea typeface="Calibri"/>
              <a:cs typeface="Calibri"/>
            </a:endParaRPr>
          </a:p>
          <a:p>
            <a:endParaRPr lang="en-US" sz="2000">
              <a:ea typeface="Calibri"/>
              <a:cs typeface="Calibri"/>
            </a:endParaRPr>
          </a:p>
        </p:txBody>
      </p:sp>
      <p:pic>
        <p:nvPicPr>
          <p:cNvPr id="3" name="Picture 2" descr="A diagram of a person&amp;#39;s work flow&#10;&#10;AI-generated content may be incorrect.">
            <a:extLst>
              <a:ext uri="{FF2B5EF4-FFF2-40B4-BE49-F238E27FC236}">
                <a16:creationId xmlns:a16="http://schemas.microsoft.com/office/drawing/2014/main" id="{E5EC8480-04DC-DAAF-051C-8AB43428F0C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322551" y="-646981"/>
            <a:ext cx="5070898" cy="75049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8089026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9072FAC-37B6-2510-9019-6A885DF858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agen 6">
            <a:extLst>
              <a:ext uri="{FF2B5EF4-FFF2-40B4-BE49-F238E27FC236}">
                <a16:creationId xmlns:a16="http://schemas.microsoft.com/office/drawing/2014/main" id="{586EF66B-34A4-76D5-7873-3F6C1886AE62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153" t="20538" r="153" b="51651"/>
          <a:stretch/>
        </p:blipFill>
        <p:spPr>
          <a:xfrm>
            <a:off x="-14013" y="1"/>
            <a:ext cx="9172026" cy="802886"/>
          </a:xfrm>
          <a:prstGeom prst="rect">
            <a:avLst/>
          </a:prstGeom>
        </p:spPr>
      </p:pic>
      <p:pic>
        <p:nvPicPr>
          <p:cNvPr id="2" name="Imagen 1">
            <a:extLst>
              <a:ext uri="{FF2B5EF4-FFF2-40B4-BE49-F238E27FC236}">
                <a16:creationId xmlns:a16="http://schemas.microsoft.com/office/drawing/2014/main" id="{22AC2348-BC4D-BD42-CACF-9AE1C3A58E6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16024" y="89553"/>
            <a:ext cx="719254" cy="600029"/>
          </a:xfrm>
          <a:prstGeom prst="rect">
            <a:avLst/>
          </a:prstGeom>
        </p:spPr>
      </p:pic>
      <p:sp>
        <p:nvSpPr>
          <p:cNvPr id="17" name="CuadroTexto 16">
            <a:extLst>
              <a:ext uri="{FF2B5EF4-FFF2-40B4-BE49-F238E27FC236}">
                <a16:creationId xmlns:a16="http://schemas.microsoft.com/office/drawing/2014/main" id="{97C1D5FB-0042-732D-B808-4742098ADE21}"/>
              </a:ext>
            </a:extLst>
          </p:cNvPr>
          <p:cNvSpPr txBox="1"/>
          <p:nvPr/>
        </p:nvSpPr>
        <p:spPr>
          <a:xfrm>
            <a:off x="108721" y="89553"/>
            <a:ext cx="7804355" cy="461665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>
              <a:defRPr/>
            </a:pPr>
            <a:r>
              <a:rPr lang="es-ES_tradnl" sz="2400" b="1">
                <a:solidFill>
                  <a:prstClr val="white"/>
                </a:solidFill>
                <a:latin typeface="Helvetica"/>
                <a:ea typeface="Gungsuh"/>
                <a:cs typeface="Gungsuh" charset="-127"/>
              </a:rPr>
              <a:t>Objetivos del Proyecto</a:t>
            </a:r>
            <a:endParaRPr lang="es-ES_tradnl" sz="2400" b="1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Helvetica" pitchFamily="2" charset="0"/>
              <a:ea typeface="Gungsuh" charset="-127"/>
              <a:cs typeface="Gungsuh" charset="-127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1CFF4D78-4A7D-B991-68BF-91BA9BD641B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0640" y="1361209"/>
            <a:ext cx="4485802" cy="4135583"/>
          </a:xfrm>
          <a:prstGeom prst="rect">
            <a:avLst/>
          </a:prstGeom>
        </p:spPr>
      </p:pic>
      <p:pic>
        <p:nvPicPr>
          <p:cNvPr id="6" name="Picture 5" descr="A white background with black dots&#10;&#10;AI-generated content may be incorrect.">
            <a:extLst>
              <a:ext uri="{FF2B5EF4-FFF2-40B4-BE49-F238E27FC236}">
                <a16:creationId xmlns:a16="http://schemas.microsoft.com/office/drawing/2014/main" id="{ADACDB71-7C9C-6B83-8891-BF24A30FF3E1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744986" y="1361208"/>
            <a:ext cx="4309157" cy="4135582"/>
          </a:xfrm>
          <a:prstGeom prst="rect">
            <a:avLst/>
          </a:prstGeom>
        </p:spPr>
      </p:pic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1A02A9F8-BFCC-1847-C4B3-9D6848AC0187}"/>
              </a:ext>
            </a:extLst>
          </p:cNvPr>
          <p:cNvCxnSpPr/>
          <p:nvPr/>
        </p:nvCxnSpPr>
        <p:spPr>
          <a:xfrm flipV="1">
            <a:off x="418424" y="2282602"/>
            <a:ext cx="2467460" cy="609"/>
          </a:xfrm>
          <a:prstGeom prst="straightConnector1">
            <a:avLst/>
          </a:prstGeom>
          <a:ln>
            <a:solidFill>
              <a:srgbClr val="00206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0" name="Picture 9" descr="A black background with white letters&#10;&#10;AI-generated content may be incorrect.">
            <a:extLst>
              <a:ext uri="{FF2B5EF4-FFF2-40B4-BE49-F238E27FC236}">
                <a16:creationId xmlns:a16="http://schemas.microsoft.com/office/drawing/2014/main" id="{EA9CB17B-087F-48A6-B051-88D4B75CAD39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15598" y="1645662"/>
            <a:ext cx="5047385" cy="626052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712BDD9F-C070-2276-CA54-212F71C97F8B}"/>
              </a:ext>
            </a:extLst>
          </p:cNvPr>
          <p:cNvSpPr txBox="1"/>
          <p:nvPr/>
        </p:nvSpPr>
        <p:spPr>
          <a:xfrm>
            <a:off x="4747631" y="2135458"/>
            <a:ext cx="3695615" cy="3970318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285750" indent="-285750">
              <a:buFont typeface="Arial"/>
              <a:buChar char="•"/>
            </a:pPr>
            <a:r>
              <a:rPr lang="es" sz="1400" b="1">
                <a:solidFill>
                  <a:srgbClr val="334155"/>
                </a:solidFill>
                <a:latin typeface="Lato"/>
                <a:ea typeface="Lato"/>
                <a:cs typeface="Lato"/>
              </a:rPr>
              <a:t>Analizar</a:t>
            </a:r>
            <a:r>
              <a:rPr lang="es" sz="1400">
                <a:solidFill>
                  <a:srgbClr val="334155"/>
                </a:solidFill>
                <a:latin typeface="Lato"/>
                <a:ea typeface="Lato"/>
                <a:cs typeface="Lato"/>
              </a:rPr>
              <a:t> el entorno interno y externo para establecer contexto corporativo.</a:t>
            </a:r>
            <a:endParaRPr lang="en-US" sz="1400">
              <a:solidFill>
                <a:srgbClr val="334155"/>
              </a:solidFill>
              <a:latin typeface="Lato"/>
              <a:ea typeface="Lato"/>
              <a:cs typeface="Lato"/>
            </a:endParaRPr>
          </a:p>
          <a:p>
            <a:endParaRPr lang="es" sz="1400">
              <a:solidFill>
                <a:srgbClr val="334155"/>
              </a:solidFill>
              <a:latin typeface="Lato"/>
              <a:ea typeface="Lato"/>
              <a:cs typeface="Lato"/>
            </a:endParaRPr>
          </a:p>
          <a:p>
            <a:pPr marL="285750" indent="-285750">
              <a:buFont typeface="Arial"/>
              <a:buChar char="•"/>
            </a:pPr>
            <a:r>
              <a:rPr lang="es" sz="1400" b="1">
                <a:solidFill>
                  <a:srgbClr val="334155"/>
                </a:solidFill>
                <a:latin typeface="Lato"/>
                <a:ea typeface="Lato"/>
                <a:cs typeface="Lato"/>
              </a:rPr>
              <a:t>Especificar</a:t>
            </a:r>
            <a:r>
              <a:rPr lang="es" sz="1400">
                <a:solidFill>
                  <a:srgbClr val="334155"/>
                </a:solidFill>
                <a:latin typeface="Lato"/>
                <a:ea typeface="Lato"/>
                <a:cs typeface="Lato"/>
              </a:rPr>
              <a:t> requerimientos funcionales y no funcionales del sistema web.</a:t>
            </a:r>
          </a:p>
          <a:p>
            <a:pPr marL="285750" indent="-285750">
              <a:buFont typeface="Arial"/>
              <a:buChar char="•"/>
            </a:pPr>
            <a:endParaRPr lang="es" sz="1400">
              <a:solidFill>
                <a:srgbClr val="334155"/>
              </a:solidFill>
              <a:latin typeface="Lato"/>
              <a:ea typeface="Lato"/>
              <a:cs typeface="Lato"/>
            </a:endParaRPr>
          </a:p>
          <a:p>
            <a:pPr marL="285750" indent="-285750">
              <a:buFont typeface="Arial"/>
              <a:buChar char="•"/>
            </a:pPr>
            <a:r>
              <a:rPr lang="es" sz="1400" b="1">
                <a:solidFill>
                  <a:srgbClr val="334155"/>
                </a:solidFill>
                <a:latin typeface="Lato"/>
                <a:ea typeface="Lato"/>
                <a:cs typeface="Lato"/>
              </a:rPr>
              <a:t>Crear</a:t>
            </a:r>
            <a:r>
              <a:rPr lang="es" sz="1400">
                <a:solidFill>
                  <a:srgbClr val="334155"/>
                </a:solidFill>
                <a:latin typeface="Lato"/>
                <a:ea typeface="Lato"/>
                <a:cs typeface="Lato"/>
              </a:rPr>
              <a:t> los casos de uso extendido para describir interacciones dinámicas.</a:t>
            </a:r>
          </a:p>
          <a:p>
            <a:pPr marL="285750" indent="-285750">
              <a:buFont typeface="Arial"/>
              <a:buChar char="•"/>
            </a:pPr>
            <a:endParaRPr lang="es" sz="1400">
              <a:solidFill>
                <a:srgbClr val="334155"/>
              </a:solidFill>
              <a:latin typeface="Lato"/>
              <a:ea typeface="Lato"/>
              <a:cs typeface="Lato"/>
            </a:endParaRPr>
          </a:p>
          <a:p>
            <a:pPr marL="285750" indent="-285750">
              <a:buFont typeface="Arial"/>
              <a:buChar char="•"/>
            </a:pPr>
            <a:r>
              <a:rPr lang="es" sz="1400" b="1">
                <a:solidFill>
                  <a:srgbClr val="334155"/>
                </a:solidFill>
                <a:latin typeface="Lato"/>
                <a:ea typeface="Lato"/>
                <a:cs typeface="Lato"/>
              </a:rPr>
              <a:t>Construir</a:t>
            </a:r>
            <a:r>
              <a:rPr lang="es" sz="1400">
                <a:solidFill>
                  <a:srgbClr val="334155"/>
                </a:solidFill>
                <a:latin typeface="Lato"/>
                <a:ea typeface="Lato"/>
                <a:cs typeface="Lato"/>
              </a:rPr>
              <a:t> la solución informática para solventar las necesidades comerciales.</a:t>
            </a:r>
          </a:p>
          <a:p>
            <a:pPr marL="285750" indent="-285750">
              <a:buFont typeface="Arial"/>
              <a:buChar char="•"/>
            </a:pPr>
            <a:endParaRPr lang="es" sz="1400">
              <a:solidFill>
                <a:srgbClr val="334155"/>
              </a:solidFill>
              <a:latin typeface="Lato"/>
              <a:ea typeface="Lato"/>
              <a:cs typeface="Lato"/>
            </a:endParaRPr>
          </a:p>
          <a:p>
            <a:pPr marL="285750" indent="-285750">
              <a:buFont typeface="Arial"/>
              <a:buChar char="•"/>
            </a:pPr>
            <a:r>
              <a:rPr lang="es" sz="1400" b="1">
                <a:solidFill>
                  <a:srgbClr val="334155"/>
                </a:solidFill>
                <a:latin typeface="Lato"/>
                <a:ea typeface="Lato"/>
                <a:cs typeface="Lato"/>
              </a:rPr>
              <a:t>Cuantificar</a:t>
            </a:r>
            <a:r>
              <a:rPr lang="es" sz="1400">
                <a:solidFill>
                  <a:srgbClr val="334155"/>
                </a:solidFill>
                <a:latin typeface="Lato"/>
                <a:ea typeface="Lato"/>
                <a:cs typeface="Lato"/>
              </a:rPr>
              <a:t> la relación de costos y beneficios para demostrar la viabilidad.</a:t>
            </a:r>
          </a:p>
          <a:p>
            <a:pPr marL="285750" indent="-285750">
              <a:buFont typeface="Arial"/>
              <a:buChar char="•"/>
            </a:pPr>
            <a:endParaRPr lang="es" sz="1400">
              <a:solidFill>
                <a:srgbClr val="334155"/>
              </a:solidFill>
              <a:latin typeface="Lato"/>
              <a:ea typeface="Lato"/>
              <a:cs typeface="Lato"/>
            </a:endParaRPr>
          </a:p>
          <a:p>
            <a:endParaRPr lang="es" sz="2400">
              <a:solidFill>
                <a:srgbClr val="000000"/>
              </a:solidFill>
              <a:latin typeface="Times New Roman"/>
              <a:ea typeface="Calibri"/>
              <a:cs typeface="Times New Roman"/>
            </a:endParaRPr>
          </a:p>
          <a:p>
            <a:endParaRPr lang="en-US">
              <a:solidFill>
                <a:schemeClr val="bg1"/>
              </a:solidFill>
              <a:ea typeface="Calibri"/>
              <a:cs typeface="Calibri"/>
            </a:endParaRPr>
          </a:p>
        </p:txBody>
      </p:sp>
      <p:pic>
        <p:nvPicPr>
          <p:cNvPr id="14" name="Picture 13" descr="Blue text on a black background&#10;&#10;AI-generated content may be incorrect.">
            <a:extLst>
              <a:ext uri="{FF2B5EF4-FFF2-40B4-BE49-F238E27FC236}">
                <a16:creationId xmlns:a16="http://schemas.microsoft.com/office/drawing/2014/main" id="{231A9532-FF24-46CE-E589-BB299D85D8CB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748211" y="1609725"/>
            <a:ext cx="4780685" cy="625187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067D26C6-D681-87AA-4259-4A4058DD20FE}"/>
              </a:ext>
            </a:extLst>
          </p:cNvPr>
          <p:cNvSpPr txBox="1"/>
          <p:nvPr/>
        </p:nvSpPr>
        <p:spPr>
          <a:xfrm>
            <a:off x="435403" y="2613439"/>
            <a:ext cx="3695615" cy="2215991"/>
          </a:xfrm>
          <a:prstGeom prst="rect">
            <a:avLst/>
          </a:prstGeom>
          <a:noFill/>
          <a:ln>
            <a:noFill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s" sz="2400">
                <a:solidFill>
                  <a:schemeClr val="bg1"/>
                </a:solidFill>
                <a:latin typeface="Times New Roman"/>
                <a:ea typeface="Calibri"/>
                <a:cs typeface="Times New Roman"/>
              </a:rPr>
              <a:t>Desarrollar una plataforma web integral para generar visibilidad digital y captar nuevos clientes particulares en la empresa </a:t>
            </a:r>
            <a:r>
              <a:rPr lang="es" sz="2400" err="1">
                <a:solidFill>
                  <a:schemeClr val="bg1"/>
                </a:solidFill>
                <a:latin typeface="Times New Roman"/>
                <a:ea typeface="Calibri"/>
                <a:cs typeface="Times New Roman"/>
              </a:rPr>
              <a:t>Ingecon</a:t>
            </a:r>
            <a:r>
              <a:rPr lang="es" sz="2400">
                <a:solidFill>
                  <a:schemeClr val="bg1"/>
                </a:solidFill>
                <a:latin typeface="Times New Roman"/>
                <a:ea typeface="Calibri"/>
                <a:cs typeface="Times New Roman"/>
              </a:rPr>
              <a:t>.</a:t>
            </a:r>
            <a:endParaRPr lang="en-US" sz="2400">
              <a:solidFill>
                <a:schemeClr val="bg1"/>
              </a:solidFill>
            </a:endParaRPr>
          </a:p>
          <a:p>
            <a:endParaRPr lang="en-US">
              <a:solidFill>
                <a:schemeClr val="bg1"/>
              </a:solidFill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492488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" name="Conector recto 5"/>
          <p:cNvCxnSpPr/>
          <p:nvPr/>
        </p:nvCxnSpPr>
        <p:spPr>
          <a:xfrm>
            <a:off x="492141" y="3591697"/>
            <a:ext cx="7778648" cy="0"/>
          </a:xfrm>
          <a:prstGeom prst="line">
            <a:avLst/>
          </a:prstGeom>
          <a:ln w="2857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Conector recto 7"/>
          <p:cNvCxnSpPr/>
          <p:nvPr/>
        </p:nvCxnSpPr>
        <p:spPr>
          <a:xfrm flipH="1">
            <a:off x="2186081" y="2158313"/>
            <a:ext cx="1" cy="1273156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CuadroTexto 10"/>
          <p:cNvSpPr txBox="1"/>
          <p:nvPr/>
        </p:nvSpPr>
        <p:spPr>
          <a:xfrm>
            <a:off x="1764149" y="2468723"/>
            <a:ext cx="628752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_tradnl" sz="3600" b="1" u="sng">
                <a:solidFill>
                  <a:schemeClr val="bg1"/>
                </a:solidFill>
                <a:ea typeface="Gungsuh" charset="-127"/>
                <a:cs typeface="Gungsuh" charset="-127"/>
              </a:rPr>
              <a:t>Documento 0: </a:t>
            </a:r>
            <a:r>
              <a:rPr lang="es-ES_tradnl" sz="3600" b="1" u="sng" err="1">
                <a:solidFill>
                  <a:schemeClr val="bg1"/>
                </a:solidFill>
                <a:ea typeface="Gungsuh" charset="-127"/>
                <a:cs typeface="Gungsuh" charset="-127"/>
              </a:rPr>
              <a:t>Ingecon</a:t>
            </a:r>
            <a:r>
              <a:rPr lang="es-ES_tradnl" sz="3600" b="1" u="sng">
                <a:solidFill>
                  <a:schemeClr val="bg1"/>
                </a:solidFill>
                <a:ea typeface="Gungsuh" charset="-127"/>
                <a:cs typeface="Gungsuh" charset="-127"/>
              </a:rPr>
              <a:t> </a:t>
            </a:r>
          </a:p>
        </p:txBody>
      </p:sp>
      <p:sp>
        <p:nvSpPr>
          <p:cNvPr id="14" name="CuadroTexto 13"/>
          <p:cNvSpPr txBox="1"/>
          <p:nvPr/>
        </p:nvSpPr>
        <p:spPr>
          <a:xfrm>
            <a:off x="446573" y="3436308"/>
            <a:ext cx="3797713" cy="2246769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endParaRPr lang="es-ES_tradnl" sz="1600">
              <a:solidFill>
                <a:schemeClr val="bg1"/>
              </a:solidFill>
              <a:ea typeface="Calibri" panose="020F0502020204030204"/>
              <a:cs typeface="Calibri" panose="020F0502020204030204"/>
            </a:endParaRPr>
          </a:p>
          <a:p>
            <a:r>
              <a:rPr lang="es-ES_tradnl">
                <a:solidFill>
                  <a:schemeClr val="bg1"/>
                </a:solidFill>
              </a:rPr>
              <a:t>Diego Carabajal Belmar</a:t>
            </a:r>
            <a:endParaRPr lang="es-ES_tradnl">
              <a:solidFill>
                <a:schemeClr val="bg1"/>
              </a:solidFill>
              <a:ea typeface="Calibri"/>
              <a:cs typeface="Calibri"/>
            </a:endParaRPr>
          </a:p>
          <a:p>
            <a:r>
              <a:rPr lang="es-ES_tradnl">
                <a:solidFill>
                  <a:schemeClr val="bg1"/>
                </a:solidFill>
              </a:rPr>
              <a:t>Tomás Hurtado Silva</a:t>
            </a:r>
            <a:endParaRPr lang="es-ES_tradnl">
              <a:solidFill>
                <a:schemeClr val="bg1"/>
              </a:solidFill>
              <a:ea typeface="Calibri" panose="020F0502020204030204"/>
              <a:cs typeface="Calibri" panose="020F0502020204030204"/>
            </a:endParaRPr>
          </a:p>
          <a:p>
            <a:r>
              <a:rPr lang="es-ES_tradnl">
                <a:solidFill>
                  <a:schemeClr val="bg1"/>
                </a:solidFill>
              </a:rPr>
              <a:t>Vicente Ortega Nobizelli</a:t>
            </a:r>
            <a:endParaRPr lang="es-ES_tradnl">
              <a:solidFill>
                <a:schemeClr val="bg1"/>
              </a:solidFill>
              <a:ea typeface="Calibri" panose="020F0502020204030204"/>
              <a:cs typeface="Calibri" panose="020F0502020204030204"/>
            </a:endParaRPr>
          </a:p>
          <a:p>
            <a:r>
              <a:rPr lang="es-ES_tradnl">
                <a:solidFill>
                  <a:schemeClr val="bg1"/>
                </a:solidFill>
              </a:rPr>
              <a:t>Benjamín Parraguez Aguirre</a:t>
            </a:r>
            <a:endParaRPr lang="es-ES_tradnl">
              <a:solidFill>
                <a:schemeClr val="bg1"/>
              </a:solidFill>
              <a:ea typeface="Calibri" panose="020F0502020204030204"/>
              <a:cs typeface="Calibri" panose="020F0502020204030204"/>
            </a:endParaRPr>
          </a:p>
          <a:p>
            <a:r>
              <a:rPr lang="es-ES_tradnl">
                <a:solidFill>
                  <a:schemeClr val="bg1"/>
                </a:solidFill>
              </a:rPr>
              <a:t>Diego Sepúlveda Solar</a:t>
            </a:r>
            <a:endParaRPr lang="es-ES_tradnl">
              <a:solidFill>
                <a:schemeClr val="bg1"/>
              </a:solidFill>
              <a:ea typeface="Calibri" panose="020F0502020204030204"/>
              <a:cs typeface="Calibri" panose="020F0502020204030204"/>
            </a:endParaRPr>
          </a:p>
          <a:p>
            <a:r>
              <a:rPr lang="es-ES_tradnl">
                <a:solidFill>
                  <a:schemeClr val="bg1"/>
                </a:solidFill>
              </a:rPr>
              <a:t>Paulina Urrutia Moya</a:t>
            </a:r>
            <a:endParaRPr lang="es-ES_tradnl">
              <a:solidFill>
                <a:schemeClr val="bg1"/>
              </a:solidFill>
              <a:ea typeface="Calibri" panose="020F0502020204030204"/>
              <a:cs typeface="Calibri" panose="020F0502020204030204"/>
            </a:endParaRPr>
          </a:p>
          <a:p>
            <a:pPr algn="ctr"/>
            <a:endParaRPr lang="es-ES_tradnl" sz="1600">
              <a:solidFill>
                <a:schemeClr val="bg1"/>
              </a:solidFill>
              <a:ea typeface="Calibri"/>
              <a:cs typeface="Calibri"/>
            </a:endParaRPr>
          </a:p>
        </p:txBody>
      </p:sp>
      <p:pic>
        <p:nvPicPr>
          <p:cNvPr id="15" name="Imagen 14"/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5505" b="24764"/>
          <a:stretch/>
        </p:blipFill>
        <p:spPr>
          <a:xfrm>
            <a:off x="0" y="0"/>
            <a:ext cx="9158013" cy="1435697"/>
          </a:xfrm>
          <a:prstGeom prst="rect">
            <a:avLst/>
          </a:prstGeom>
        </p:spPr>
      </p:pic>
      <p:pic>
        <p:nvPicPr>
          <p:cNvPr id="16" name="Imagen 15"/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153" t="46510" r="153" b="5990"/>
          <a:stretch/>
        </p:blipFill>
        <p:spPr>
          <a:xfrm>
            <a:off x="364" y="5486719"/>
            <a:ext cx="9172026" cy="1371281"/>
          </a:xfrm>
          <a:prstGeom prst="rect">
            <a:avLst/>
          </a:prstGeom>
        </p:spPr>
      </p:pic>
      <p:sp>
        <p:nvSpPr>
          <p:cNvPr id="17" name="CuadroTexto 16"/>
          <p:cNvSpPr txBox="1"/>
          <p:nvPr/>
        </p:nvSpPr>
        <p:spPr>
          <a:xfrm>
            <a:off x="492141" y="5858386"/>
            <a:ext cx="2912529" cy="307777"/>
          </a:xfrm>
          <a:prstGeom prst="rect">
            <a:avLst/>
          </a:prstGeom>
          <a:noFill/>
        </p:spPr>
        <p:txBody>
          <a:bodyPr wrap="none" lIns="91440" tIns="45720" rIns="91440" bIns="45720" rtlCol="0" anchor="t">
            <a:spAutoFit/>
          </a:bodyPr>
          <a:lstStyle/>
          <a:p>
            <a:r>
              <a:rPr lang="es-ES_tradnl" sz="1400" b="1">
                <a:solidFill>
                  <a:schemeClr val="bg1"/>
                </a:solidFill>
                <a:ea typeface="Gungsuh"/>
                <a:cs typeface="Gungsuh" charset="-127"/>
              </a:rPr>
              <a:t>FECHA DE  ENTREGA: 28– 04  - 2026</a:t>
            </a:r>
            <a:endParaRPr lang="es-ES_tradnl" sz="1400" b="1">
              <a:solidFill>
                <a:schemeClr val="bg1"/>
              </a:solidFill>
              <a:ea typeface="Gungsuh" charset="-127"/>
              <a:cs typeface="Gungsuh" charset="-127"/>
            </a:endParaRPr>
          </a:p>
        </p:txBody>
      </p:sp>
      <p:pic>
        <p:nvPicPr>
          <p:cNvPr id="18" name="Imagen 17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6349" y="2158313"/>
            <a:ext cx="1279083" cy="1189591"/>
          </a:xfrm>
          <a:prstGeom prst="rect">
            <a:avLst/>
          </a:prstGeom>
        </p:spPr>
      </p:pic>
      <p:sp>
        <p:nvSpPr>
          <p:cNvPr id="2" name="CuadroTexto 1"/>
          <p:cNvSpPr txBox="1"/>
          <p:nvPr/>
        </p:nvSpPr>
        <p:spPr>
          <a:xfrm>
            <a:off x="346841" y="1818290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s-ES_tradnl"/>
          </a:p>
        </p:txBody>
      </p:sp>
      <p:pic>
        <p:nvPicPr>
          <p:cNvPr id="3" name="Picture 2" descr="A logo of a building&#10;&#10;AI-generated content may be incorrect.">
            <a:extLst>
              <a:ext uri="{FF2B5EF4-FFF2-40B4-BE49-F238E27FC236}">
                <a16:creationId xmlns:a16="http://schemas.microsoft.com/office/drawing/2014/main" id="{E394ACDD-B0B9-C524-6801-D42B31FF6BDF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493069" y="1027623"/>
            <a:ext cx="2819220" cy="13521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33661433"/>
      </p:ext>
    </p:extLst>
  </p:cSld>
  <p:clrMapOvr>
    <a:masterClrMapping/>
  </p:clrMapOvr>
  <p:extLst>
    <p:ext uri="{6950BFC3-D8DA-4A85-94F7-54DA5524770B}">
      <p188:commentRel xmlns:p188="http://schemas.microsoft.com/office/powerpoint/2018/8/main" r:id="rId2"/>
    </p:ext>
  </p:extLst>
</p:sld>
</file>

<file path=ppt/theme/theme1.xml><?xml version="1.0" encoding="utf-8"?>
<a:theme xmlns:a="http://schemas.openxmlformats.org/drawingml/2006/main" name="Tema de Office">
  <a:themeElements>
    <a:clrScheme name="Tema de 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Tema de 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Tema de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23E636E5ADFFDD4593589394D25615CE" ma:contentTypeVersion="11" ma:contentTypeDescription="Crear nuevo documento." ma:contentTypeScope="" ma:versionID="c9d6f11e93cbbae055e64b4141ef6ad7">
  <xsd:schema xmlns:xsd="http://www.w3.org/2001/XMLSchema" xmlns:xs="http://www.w3.org/2001/XMLSchema" xmlns:p="http://schemas.microsoft.com/office/2006/metadata/properties" xmlns:ns2="adf9ee4f-d874-4566-a6bd-f47c69edf255" targetNamespace="http://schemas.microsoft.com/office/2006/metadata/properties" ma:root="true" ma:fieldsID="8452246f49e401657b72a401ee0d06fa" ns2:_="">
    <xsd:import namespace="adf9ee4f-d874-4566-a6bd-f47c69edf255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KeyPoints" minOccurs="0"/>
                <xsd:element ref="ns2:MediaServiceKeyPoints" minOccurs="0"/>
                <xsd:element ref="ns2:MediaServiceAutoTags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ServiceDateTaken" minOccurs="0"/>
                <xsd:element ref="ns2:MediaServiceLocation" minOccurs="0"/>
                <xsd:element ref="ns2:MediaLengthInSecond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adf9ee4f-d874-4566-a6bd-f47c69edf25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KeyPoints" ma:index="10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1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AutoTags" ma:index="12" nillable="true" ma:displayName="Tags" ma:internalName="MediaServiceAutoTags" ma:readOnly="true">
      <xsd:simpleType>
        <xsd:restriction base="dms:Text"/>
      </xsd:simpleType>
    </xsd:element>
    <xsd:element name="MediaServiceOCR" ma:index="13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4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5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DateTaken" ma:index="16" nillable="true" ma:displayName="MediaServiceDateTaken" ma:hidden="true" ma:internalName="MediaServiceDateTaken" ma:readOnly="true">
      <xsd:simpleType>
        <xsd:restriction base="dms:Text"/>
      </xsd:simpleType>
    </xsd:element>
    <xsd:element name="MediaServiceLocation" ma:index="17" nillable="true" ma:displayName="Location" ma:internalName="MediaServiceLocation" ma:readOnly="true">
      <xsd:simpleType>
        <xsd:restriction base="dms:Text"/>
      </xsd:simpleType>
    </xsd:element>
    <xsd:element name="MediaLengthInSeconds" ma:index="18" nillable="true" ma:displayName="Length (seconds)" ma:internalName="MediaLengthInSeconds" ma:readOnly="true">
      <xsd:simpleType>
        <xsd:restriction base="dms:Unknown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e contenido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8374F943-B1C6-4327-A0CA-911E75BEC1A0}">
  <ds:schemaRefs>
    <ds:schemaRef ds:uri="http://schemas.microsoft.com/office/2006/metadata/contentType"/>
    <ds:schemaRef ds:uri="http://schemas.microsoft.com/office/2006/metadata/properties/metaAttributes"/>
    <ds:schemaRef ds:uri="http://www.w3.org/2000/xmlns/"/>
    <ds:schemaRef ds:uri="http://www.w3.org/2001/XMLSchema"/>
    <ds:schemaRef ds:uri="adf9ee4f-d874-4566-a6bd-f47c69edf255"/>
    <ds:schemaRef ds:uri="http://schemas.microsoft.com/office/2006/metadata/properties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F9838043-3F32-429D-9CE1-832CB673F6AE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AF723C2D-0E6B-4CC9-9837-98C32BD8AB0C}">
  <ds:schemaRefs>
    <ds:schemaRef ds:uri="http://schemas.microsoft.com/office/2006/documentManagement/types"/>
    <ds:schemaRef ds:uri="http://schemas.openxmlformats.org/package/2006/metadata/core-properties"/>
    <ds:schemaRef ds:uri="http://www.w3.org/XML/1998/namespace"/>
    <ds:schemaRef ds:uri="http://schemas.microsoft.com/office/infopath/2007/PartnerControls"/>
    <ds:schemaRef ds:uri="http://schemas.microsoft.com/office/2006/metadata/properties"/>
    <ds:schemaRef ds:uri="adf9ee4f-d874-4566-a6bd-f47c69edf255"/>
    <ds:schemaRef ds:uri="http://purl.org/dc/terms/"/>
    <ds:schemaRef ds:uri="http://purl.org/dc/dcmitype/"/>
    <ds:schemaRef ds:uri="http://purl.org/dc/elements/1.1/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5</TotalTime>
  <Words>702</Words>
  <Application>Microsoft Office PowerPoint</Application>
  <PresentationFormat>Letter Paper (8.5x11 in)</PresentationFormat>
  <Paragraphs>161</Paragraphs>
  <Slides>20</Slides>
  <Notes>18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1" baseType="lpstr">
      <vt:lpstr>Tema de Office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Usuario de Microsoft Office</dc:creator>
  <cp:lastModifiedBy>ORTEGA NOBIZELLI VICENTE I</cp:lastModifiedBy>
  <cp:revision>238</cp:revision>
  <dcterms:created xsi:type="dcterms:W3CDTF">2018-06-26T20:44:09Z</dcterms:created>
  <dcterms:modified xsi:type="dcterms:W3CDTF">2026-09-14T02:21:44Z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0x01010023E636E5ADFFDD4593589394D25615CE</vt:lpwstr>
  </property>
</Properties>
</file>